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32918400" cx="438912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368">
          <p15:clr>
            <a:srgbClr val="747775"/>
          </p15:clr>
        </p15:guide>
        <p15:guide id="2" pos="1382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68" orient="horz"/>
        <p:guide pos="13824"/>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e48b8d00cc_1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e48b8d00c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e48b8d00cc_4_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e48b8d00cc_4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3b5a8286e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e3b5a828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e3dfaec13d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e3dfaec13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e3dfaec13d_0_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e3dfaec13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496200" y="4765280"/>
            <a:ext cx="40899000" cy="13136700"/>
          </a:xfrm>
          <a:prstGeom prst="rect">
            <a:avLst/>
          </a:prstGeom>
        </p:spPr>
        <p:txBody>
          <a:bodyPr anchorCtr="0" anchor="b" bIns="487600" lIns="487600" spcFirstLastPara="1" rIns="487600" wrap="square" tIns="487600">
            <a:normAutofit/>
          </a:bodyPr>
          <a:lstStyle>
            <a:lvl1pPr lvl="0" algn="ctr">
              <a:spcBef>
                <a:spcPts val="0"/>
              </a:spcBef>
              <a:spcAft>
                <a:spcPts val="0"/>
              </a:spcAft>
              <a:buSzPts val="27733"/>
              <a:buNone/>
              <a:defRPr sz="27733"/>
            </a:lvl1pPr>
            <a:lvl2pPr lvl="1" algn="ctr">
              <a:spcBef>
                <a:spcPts val="0"/>
              </a:spcBef>
              <a:spcAft>
                <a:spcPts val="0"/>
              </a:spcAft>
              <a:buSzPts val="27733"/>
              <a:buNone/>
              <a:defRPr sz="27733"/>
            </a:lvl2pPr>
            <a:lvl3pPr lvl="2" algn="ctr">
              <a:spcBef>
                <a:spcPts val="0"/>
              </a:spcBef>
              <a:spcAft>
                <a:spcPts val="0"/>
              </a:spcAft>
              <a:buSzPts val="27733"/>
              <a:buNone/>
              <a:defRPr sz="27733"/>
            </a:lvl3pPr>
            <a:lvl4pPr lvl="3" algn="ctr">
              <a:spcBef>
                <a:spcPts val="0"/>
              </a:spcBef>
              <a:spcAft>
                <a:spcPts val="0"/>
              </a:spcAft>
              <a:buSzPts val="27733"/>
              <a:buNone/>
              <a:defRPr sz="27733"/>
            </a:lvl4pPr>
            <a:lvl5pPr lvl="4" algn="ctr">
              <a:spcBef>
                <a:spcPts val="0"/>
              </a:spcBef>
              <a:spcAft>
                <a:spcPts val="0"/>
              </a:spcAft>
              <a:buSzPts val="27733"/>
              <a:buNone/>
              <a:defRPr sz="27733"/>
            </a:lvl5pPr>
            <a:lvl6pPr lvl="5" algn="ctr">
              <a:spcBef>
                <a:spcPts val="0"/>
              </a:spcBef>
              <a:spcAft>
                <a:spcPts val="0"/>
              </a:spcAft>
              <a:buSzPts val="27733"/>
              <a:buNone/>
              <a:defRPr sz="27733"/>
            </a:lvl6pPr>
            <a:lvl7pPr lvl="6" algn="ctr">
              <a:spcBef>
                <a:spcPts val="0"/>
              </a:spcBef>
              <a:spcAft>
                <a:spcPts val="0"/>
              </a:spcAft>
              <a:buSzPts val="27733"/>
              <a:buNone/>
              <a:defRPr sz="27733"/>
            </a:lvl7pPr>
            <a:lvl8pPr lvl="7" algn="ctr">
              <a:spcBef>
                <a:spcPts val="0"/>
              </a:spcBef>
              <a:spcAft>
                <a:spcPts val="0"/>
              </a:spcAft>
              <a:buSzPts val="27733"/>
              <a:buNone/>
              <a:defRPr sz="27733"/>
            </a:lvl8pPr>
            <a:lvl9pPr lvl="8" algn="ctr">
              <a:spcBef>
                <a:spcPts val="0"/>
              </a:spcBef>
              <a:spcAft>
                <a:spcPts val="0"/>
              </a:spcAft>
              <a:buSzPts val="27733"/>
              <a:buNone/>
              <a:defRPr sz="27733"/>
            </a:lvl9pPr>
          </a:lstStyle>
          <a:p/>
        </p:txBody>
      </p:sp>
      <p:sp>
        <p:nvSpPr>
          <p:cNvPr id="11" name="Google Shape;11;p2"/>
          <p:cNvSpPr txBox="1"/>
          <p:nvPr>
            <p:ph idx="1" type="subTitle"/>
          </p:nvPr>
        </p:nvSpPr>
        <p:spPr>
          <a:xfrm>
            <a:off x="1496160" y="18138400"/>
            <a:ext cx="40899000" cy="5072700"/>
          </a:xfrm>
          <a:prstGeom prst="rect">
            <a:avLst/>
          </a:prstGeom>
        </p:spPr>
        <p:txBody>
          <a:bodyPr anchorCtr="0" anchor="t" bIns="487600" lIns="487600" spcFirstLastPara="1" rIns="487600" wrap="square" tIns="487600">
            <a:normAutofit/>
          </a:bodyPr>
          <a:lstStyle>
            <a:lvl1pPr lvl="0" algn="ctr">
              <a:lnSpc>
                <a:spcPct val="100000"/>
              </a:lnSpc>
              <a:spcBef>
                <a:spcPts val="0"/>
              </a:spcBef>
              <a:spcAft>
                <a:spcPts val="0"/>
              </a:spcAft>
              <a:buSzPts val="14933"/>
              <a:buNone/>
              <a:defRPr sz="14933"/>
            </a:lvl1pPr>
            <a:lvl2pPr lvl="1" algn="ctr">
              <a:lnSpc>
                <a:spcPct val="100000"/>
              </a:lnSpc>
              <a:spcBef>
                <a:spcPts val="0"/>
              </a:spcBef>
              <a:spcAft>
                <a:spcPts val="0"/>
              </a:spcAft>
              <a:buSzPts val="14933"/>
              <a:buNone/>
              <a:defRPr sz="14933"/>
            </a:lvl2pPr>
            <a:lvl3pPr lvl="2" algn="ctr">
              <a:lnSpc>
                <a:spcPct val="100000"/>
              </a:lnSpc>
              <a:spcBef>
                <a:spcPts val="0"/>
              </a:spcBef>
              <a:spcAft>
                <a:spcPts val="0"/>
              </a:spcAft>
              <a:buSzPts val="14933"/>
              <a:buNone/>
              <a:defRPr sz="14933"/>
            </a:lvl3pPr>
            <a:lvl4pPr lvl="3" algn="ctr">
              <a:lnSpc>
                <a:spcPct val="100000"/>
              </a:lnSpc>
              <a:spcBef>
                <a:spcPts val="0"/>
              </a:spcBef>
              <a:spcAft>
                <a:spcPts val="0"/>
              </a:spcAft>
              <a:buSzPts val="14933"/>
              <a:buNone/>
              <a:defRPr sz="14933"/>
            </a:lvl4pPr>
            <a:lvl5pPr lvl="4" algn="ctr">
              <a:lnSpc>
                <a:spcPct val="100000"/>
              </a:lnSpc>
              <a:spcBef>
                <a:spcPts val="0"/>
              </a:spcBef>
              <a:spcAft>
                <a:spcPts val="0"/>
              </a:spcAft>
              <a:buSzPts val="14933"/>
              <a:buNone/>
              <a:defRPr sz="14933"/>
            </a:lvl5pPr>
            <a:lvl6pPr lvl="5" algn="ctr">
              <a:lnSpc>
                <a:spcPct val="100000"/>
              </a:lnSpc>
              <a:spcBef>
                <a:spcPts val="0"/>
              </a:spcBef>
              <a:spcAft>
                <a:spcPts val="0"/>
              </a:spcAft>
              <a:buSzPts val="14933"/>
              <a:buNone/>
              <a:defRPr sz="14933"/>
            </a:lvl6pPr>
            <a:lvl7pPr lvl="6" algn="ctr">
              <a:lnSpc>
                <a:spcPct val="100000"/>
              </a:lnSpc>
              <a:spcBef>
                <a:spcPts val="0"/>
              </a:spcBef>
              <a:spcAft>
                <a:spcPts val="0"/>
              </a:spcAft>
              <a:buSzPts val="14933"/>
              <a:buNone/>
              <a:defRPr sz="14933"/>
            </a:lvl7pPr>
            <a:lvl8pPr lvl="7" algn="ctr">
              <a:lnSpc>
                <a:spcPct val="100000"/>
              </a:lnSpc>
              <a:spcBef>
                <a:spcPts val="0"/>
              </a:spcBef>
              <a:spcAft>
                <a:spcPts val="0"/>
              </a:spcAft>
              <a:buSzPts val="14933"/>
              <a:buNone/>
              <a:defRPr sz="14933"/>
            </a:lvl8pPr>
            <a:lvl9pPr lvl="8" algn="ctr">
              <a:lnSpc>
                <a:spcPct val="100000"/>
              </a:lnSpc>
              <a:spcBef>
                <a:spcPts val="0"/>
              </a:spcBef>
              <a:spcAft>
                <a:spcPts val="0"/>
              </a:spcAft>
              <a:buSzPts val="14933"/>
              <a:buNone/>
              <a:defRPr sz="14933"/>
            </a:lvl9pPr>
          </a:lstStyle>
          <a:p/>
        </p:txBody>
      </p:sp>
      <p:sp>
        <p:nvSpPr>
          <p:cNvPr id="12" name="Google Shape;12;p2"/>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1496160" y="13765440"/>
            <a:ext cx="40899000" cy="5387400"/>
          </a:xfrm>
          <a:prstGeom prst="rect">
            <a:avLst/>
          </a:prstGeom>
        </p:spPr>
        <p:txBody>
          <a:bodyPr anchorCtr="0" anchor="ctr" bIns="487600" lIns="487600" spcFirstLastPara="1" rIns="487600" wrap="square" tIns="487600">
            <a:normAutofit/>
          </a:bodyPr>
          <a:lstStyle>
            <a:lvl1pPr lvl="0" algn="ctr">
              <a:spcBef>
                <a:spcPts val="0"/>
              </a:spcBef>
              <a:spcAft>
                <a:spcPts val="0"/>
              </a:spcAft>
              <a:buSzPts val="19200"/>
              <a:buNone/>
              <a:defRPr sz="19200"/>
            </a:lvl1pPr>
            <a:lvl2pPr lvl="1" algn="ctr">
              <a:spcBef>
                <a:spcPts val="0"/>
              </a:spcBef>
              <a:spcAft>
                <a:spcPts val="0"/>
              </a:spcAft>
              <a:buSzPts val="19200"/>
              <a:buNone/>
              <a:defRPr sz="19200"/>
            </a:lvl2pPr>
            <a:lvl3pPr lvl="2" algn="ctr">
              <a:spcBef>
                <a:spcPts val="0"/>
              </a:spcBef>
              <a:spcAft>
                <a:spcPts val="0"/>
              </a:spcAft>
              <a:buSzPts val="19200"/>
              <a:buNone/>
              <a:defRPr sz="19200"/>
            </a:lvl3pPr>
            <a:lvl4pPr lvl="3" algn="ctr">
              <a:spcBef>
                <a:spcPts val="0"/>
              </a:spcBef>
              <a:spcAft>
                <a:spcPts val="0"/>
              </a:spcAft>
              <a:buSzPts val="19200"/>
              <a:buNone/>
              <a:defRPr sz="19200"/>
            </a:lvl4pPr>
            <a:lvl5pPr lvl="4" algn="ctr">
              <a:spcBef>
                <a:spcPts val="0"/>
              </a:spcBef>
              <a:spcAft>
                <a:spcPts val="0"/>
              </a:spcAft>
              <a:buSzPts val="19200"/>
              <a:buNone/>
              <a:defRPr sz="19200"/>
            </a:lvl5pPr>
            <a:lvl6pPr lvl="5" algn="ctr">
              <a:spcBef>
                <a:spcPts val="0"/>
              </a:spcBef>
              <a:spcAft>
                <a:spcPts val="0"/>
              </a:spcAft>
              <a:buSzPts val="19200"/>
              <a:buNone/>
              <a:defRPr sz="19200"/>
            </a:lvl6pPr>
            <a:lvl7pPr lvl="6" algn="ctr">
              <a:spcBef>
                <a:spcPts val="0"/>
              </a:spcBef>
              <a:spcAft>
                <a:spcPts val="0"/>
              </a:spcAft>
              <a:buSzPts val="19200"/>
              <a:buNone/>
              <a:defRPr sz="19200"/>
            </a:lvl7pPr>
            <a:lvl8pPr lvl="7" algn="ctr">
              <a:spcBef>
                <a:spcPts val="0"/>
              </a:spcBef>
              <a:spcAft>
                <a:spcPts val="0"/>
              </a:spcAft>
              <a:buSzPts val="19200"/>
              <a:buNone/>
              <a:defRPr sz="19200"/>
            </a:lvl8pPr>
            <a:lvl9pPr lvl="8" algn="ctr">
              <a:spcBef>
                <a:spcPts val="0"/>
              </a:spcBef>
              <a:spcAft>
                <a:spcPts val="0"/>
              </a:spcAft>
              <a:buSzPts val="19200"/>
              <a:buNone/>
              <a:defRPr sz="19200"/>
            </a:lvl9pPr>
          </a:lstStyle>
          <a:p/>
        </p:txBody>
      </p:sp>
      <p:sp>
        <p:nvSpPr>
          <p:cNvPr id="15" name="Google Shape;15;p3"/>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1496160" y="2848160"/>
            <a:ext cx="40899000" cy="3665400"/>
          </a:xfrm>
          <a:prstGeom prst="rect">
            <a:avLst/>
          </a:prstGeom>
        </p:spPr>
        <p:txBody>
          <a:bodyPr anchorCtr="0" anchor="t" bIns="487600" lIns="487600" spcFirstLastPara="1" rIns="487600" wrap="square" tIns="487600">
            <a:normAutofit/>
          </a:bodyPr>
          <a:lstStyle>
            <a:lvl1pPr lvl="0">
              <a:spcBef>
                <a:spcPts val="0"/>
              </a:spcBef>
              <a:spcAft>
                <a:spcPts val="0"/>
              </a:spcAft>
              <a:buSzPts val="14933"/>
              <a:buNone/>
              <a:defRPr sz="14933"/>
            </a:lvl1pPr>
            <a:lvl2pPr lvl="1">
              <a:spcBef>
                <a:spcPts val="0"/>
              </a:spcBef>
              <a:spcAft>
                <a:spcPts val="0"/>
              </a:spcAft>
              <a:buSzPts val="14933"/>
              <a:buNone/>
              <a:defRPr sz="14933"/>
            </a:lvl2pPr>
            <a:lvl3pPr lvl="2">
              <a:spcBef>
                <a:spcPts val="0"/>
              </a:spcBef>
              <a:spcAft>
                <a:spcPts val="0"/>
              </a:spcAft>
              <a:buSzPts val="14933"/>
              <a:buNone/>
              <a:defRPr sz="14933"/>
            </a:lvl3pPr>
            <a:lvl4pPr lvl="3">
              <a:spcBef>
                <a:spcPts val="0"/>
              </a:spcBef>
              <a:spcAft>
                <a:spcPts val="0"/>
              </a:spcAft>
              <a:buSzPts val="14933"/>
              <a:buNone/>
              <a:defRPr sz="14933"/>
            </a:lvl4pPr>
            <a:lvl5pPr lvl="4">
              <a:spcBef>
                <a:spcPts val="0"/>
              </a:spcBef>
              <a:spcAft>
                <a:spcPts val="0"/>
              </a:spcAft>
              <a:buSzPts val="14933"/>
              <a:buNone/>
              <a:defRPr sz="14933"/>
            </a:lvl5pPr>
            <a:lvl6pPr lvl="5">
              <a:spcBef>
                <a:spcPts val="0"/>
              </a:spcBef>
              <a:spcAft>
                <a:spcPts val="0"/>
              </a:spcAft>
              <a:buSzPts val="14933"/>
              <a:buNone/>
              <a:defRPr sz="14933"/>
            </a:lvl6pPr>
            <a:lvl7pPr lvl="6">
              <a:spcBef>
                <a:spcPts val="0"/>
              </a:spcBef>
              <a:spcAft>
                <a:spcPts val="0"/>
              </a:spcAft>
              <a:buSzPts val="14933"/>
              <a:buNone/>
              <a:defRPr sz="14933"/>
            </a:lvl7pPr>
            <a:lvl8pPr lvl="7">
              <a:spcBef>
                <a:spcPts val="0"/>
              </a:spcBef>
              <a:spcAft>
                <a:spcPts val="0"/>
              </a:spcAft>
              <a:buSzPts val="14933"/>
              <a:buNone/>
              <a:defRPr sz="14933"/>
            </a:lvl8pPr>
            <a:lvl9pPr lvl="8">
              <a:spcBef>
                <a:spcPts val="0"/>
              </a:spcBef>
              <a:spcAft>
                <a:spcPts val="0"/>
              </a:spcAft>
              <a:buSzPts val="14933"/>
              <a:buNone/>
              <a:defRPr sz="14933"/>
            </a:lvl9pPr>
          </a:lstStyle>
          <a:p/>
        </p:txBody>
      </p:sp>
      <p:sp>
        <p:nvSpPr>
          <p:cNvPr id="18" name="Google Shape;18;p4"/>
          <p:cNvSpPr txBox="1"/>
          <p:nvPr>
            <p:ph idx="1" type="body"/>
          </p:nvPr>
        </p:nvSpPr>
        <p:spPr>
          <a:xfrm>
            <a:off x="1496160" y="7375840"/>
            <a:ext cx="40899000" cy="21864900"/>
          </a:xfrm>
          <a:prstGeom prst="rect">
            <a:avLst/>
          </a:prstGeom>
        </p:spPr>
        <p:txBody>
          <a:bodyPr anchorCtr="0" anchor="t" bIns="487600" lIns="487600" spcFirstLastPara="1" rIns="487600" wrap="square" tIns="487600">
            <a:normAutofit/>
          </a:bodyPr>
          <a:lstStyle>
            <a:lvl1pPr indent="-838200" lvl="0" marL="457200">
              <a:spcBef>
                <a:spcPts val="0"/>
              </a:spcBef>
              <a:spcAft>
                <a:spcPts val="0"/>
              </a:spcAft>
              <a:buSzPts val="9600"/>
              <a:buChar char="●"/>
              <a:defRPr sz="9600"/>
            </a:lvl1pPr>
            <a:lvl2pPr indent="-702734" lvl="1" marL="914400">
              <a:spcBef>
                <a:spcPts val="0"/>
              </a:spcBef>
              <a:spcAft>
                <a:spcPts val="0"/>
              </a:spcAft>
              <a:buSzPts val="7467"/>
              <a:buChar char="○"/>
              <a:defRPr sz="7467"/>
            </a:lvl2pPr>
            <a:lvl3pPr indent="-702734" lvl="2" marL="1371600">
              <a:spcBef>
                <a:spcPts val="0"/>
              </a:spcBef>
              <a:spcAft>
                <a:spcPts val="0"/>
              </a:spcAft>
              <a:buSzPts val="7467"/>
              <a:buChar char="■"/>
              <a:defRPr sz="7467"/>
            </a:lvl3pPr>
            <a:lvl4pPr indent="-702734" lvl="3" marL="1828800">
              <a:spcBef>
                <a:spcPts val="0"/>
              </a:spcBef>
              <a:spcAft>
                <a:spcPts val="0"/>
              </a:spcAft>
              <a:buSzPts val="7467"/>
              <a:buChar char="●"/>
              <a:defRPr sz="7467"/>
            </a:lvl4pPr>
            <a:lvl5pPr indent="-702734" lvl="4" marL="2286000">
              <a:spcBef>
                <a:spcPts val="0"/>
              </a:spcBef>
              <a:spcAft>
                <a:spcPts val="0"/>
              </a:spcAft>
              <a:buSzPts val="7467"/>
              <a:buChar char="○"/>
              <a:defRPr sz="7467"/>
            </a:lvl5pPr>
            <a:lvl6pPr indent="-702733" lvl="5" marL="2743200">
              <a:spcBef>
                <a:spcPts val="0"/>
              </a:spcBef>
              <a:spcAft>
                <a:spcPts val="0"/>
              </a:spcAft>
              <a:buSzPts val="7467"/>
              <a:buChar char="■"/>
              <a:defRPr sz="7467"/>
            </a:lvl6pPr>
            <a:lvl7pPr indent="-702733" lvl="6" marL="3200400">
              <a:spcBef>
                <a:spcPts val="0"/>
              </a:spcBef>
              <a:spcAft>
                <a:spcPts val="0"/>
              </a:spcAft>
              <a:buSzPts val="7467"/>
              <a:buChar char="●"/>
              <a:defRPr sz="7467"/>
            </a:lvl7pPr>
            <a:lvl8pPr indent="-702733" lvl="7" marL="3657600">
              <a:spcBef>
                <a:spcPts val="0"/>
              </a:spcBef>
              <a:spcAft>
                <a:spcPts val="0"/>
              </a:spcAft>
              <a:buSzPts val="7467"/>
              <a:buChar char="○"/>
              <a:defRPr sz="7467"/>
            </a:lvl8pPr>
            <a:lvl9pPr indent="-702733" lvl="8" marL="4114800">
              <a:spcBef>
                <a:spcPts val="0"/>
              </a:spcBef>
              <a:spcAft>
                <a:spcPts val="0"/>
              </a:spcAft>
              <a:buSzPts val="7467"/>
              <a:buChar char="■"/>
              <a:defRPr sz="7467"/>
            </a:lvl9pPr>
          </a:lstStyle>
          <a:p/>
        </p:txBody>
      </p:sp>
      <p:sp>
        <p:nvSpPr>
          <p:cNvPr id="19" name="Google Shape;19;p4"/>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1496160" y="2848160"/>
            <a:ext cx="40899000" cy="3665400"/>
          </a:xfrm>
          <a:prstGeom prst="rect">
            <a:avLst/>
          </a:prstGeom>
        </p:spPr>
        <p:txBody>
          <a:bodyPr anchorCtr="0" anchor="t" bIns="487600" lIns="487600" spcFirstLastPara="1" rIns="487600" wrap="square" tIns="487600">
            <a:normAutofit/>
          </a:bodyPr>
          <a:lstStyle>
            <a:lvl1pPr lvl="0">
              <a:spcBef>
                <a:spcPts val="0"/>
              </a:spcBef>
              <a:spcAft>
                <a:spcPts val="0"/>
              </a:spcAft>
              <a:buSzPts val="14933"/>
              <a:buNone/>
              <a:defRPr sz="14933"/>
            </a:lvl1pPr>
            <a:lvl2pPr lvl="1">
              <a:spcBef>
                <a:spcPts val="0"/>
              </a:spcBef>
              <a:spcAft>
                <a:spcPts val="0"/>
              </a:spcAft>
              <a:buSzPts val="14933"/>
              <a:buNone/>
              <a:defRPr sz="14933"/>
            </a:lvl2pPr>
            <a:lvl3pPr lvl="2">
              <a:spcBef>
                <a:spcPts val="0"/>
              </a:spcBef>
              <a:spcAft>
                <a:spcPts val="0"/>
              </a:spcAft>
              <a:buSzPts val="14933"/>
              <a:buNone/>
              <a:defRPr sz="14933"/>
            </a:lvl3pPr>
            <a:lvl4pPr lvl="3">
              <a:spcBef>
                <a:spcPts val="0"/>
              </a:spcBef>
              <a:spcAft>
                <a:spcPts val="0"/>
              </a:spcAft>
              <a:buSzPts val="14933"/>
              <a:buNone/>
              <a:defRPr sz="14933"/>
            </a:lvl4pPr>
            <a:lvl5pPr lvl="4">
              <a:spcBef>
                <a:spcPts val="0"/>
              </a:spcBef>
              <a:spcAft>
                <a:spcPts val="0"/>
              </a:spcAft>
              <a:buSzPts val="14933"/>
              <a:buNone/>
              <a:defRPr sz="14933"/>
            </a:lvl5pPr>
            <a:lvl6pPr lvl="5">
              <a:spcBef>
                <a:spcPts val="0"/>
              </a:spcBef>
              <a:spcAft>
                <a:spcPts val="0"/>
              </a:spcAft>
              <a:buSzPts val="14933"/>
              <a:buNone/>
              <a:defRPr sz="14933"/>
            </a:lvl6pPr>
            <a:lvl7pPr lvl="6">
              <a:spcBef>
                <a:spcPts val="0"/>
              </a:spcBef>
              <a:spcAft>
                <a:spcPts val="0"/>
              </a:spcAft>
              <a:buSzPts val="14933"/>
              <a:buNone/>
              <a:defRPr sz="14933"/>
            </a:lvl7pPr>
            <a:lvl8pPr lvl="7">
              <a:spcBef>
                <a:spcPts val="0"/>
              </a:spcBef>
              <a:spcAft>
                <a:spcPts val="0"/>
              </a:spcAft>
              <a:buSzPts val="14933"/>
              <a:buNone/>
              <a:defRPr sz="14933"/>
            </a:lvl8pPr>
            <a:lvl9pPr lvl="8">
              <a:spcBef>
                <a:spcPts val="0"/>
              </a:spcBef>
              <a:spcAft>
                <a:spcPts val="0"/>
              </a:spcAft>
              <a:buSzPts val="14933"/>
              <a:buNone/>
              <a:defRPr sz="14933"/>
            </a:lvl9pPr>
          </a:lstStyle>
          <a:p/>
        </p:txBody>
      </p:sp>
      <p:sp>
        <p:nvSpPr>
          <p:cNvPr id="22" name="Google Shape;22;p5"/>
          <p:cNvSpPr txBox="1"/>
          <p:nvPr>
            <p:ph idx="1" type="body"/>
          </p:nvPr>
        </p:nvSpPr>
        <p:spPr>
          <a:xfrm>
            <a:off x="1496160" y="7375840"/>
            <a:ext cx="19199400" cy="21864900"/>
          </a:xfrm>
          <a:prstGeom prst="rect">
            <a:avLst/>
          </a:prstGeom>
        </p:spPr>
        <p:txBody>
          <a:bodyPr anchorCtr="0" anchor="t" bIns="487600" lIns="487600" spcFirstLastPara="1" rIns="487600" wrap="square" tIns="487600">
            <a:normAutofit/>
          </a:bodyPr>
          <a:lstStyle>
            <a:lvl1pPr indent="-702734" lvl="0" marL="457200">
              <a:spcBef>
                <a:spcPts val="0"/>
              </a:spcBef>
              <a:spcAft>
                <a:spcPts val="0"/>
              </a:spcAft>
              <a:buSzPts val="7467"/>
              <a:buChar char="●"/>
              <a:defRPr sz="7467"/>
            </a:lvl1pPr>
            <a:lvl2pPr indent="-635000" lvl="1" marL="914400">
              <a:spcBef>
                <a:spcPts val="0"/>
              </a:spcBef>
              <a:spcAft>
                <a:spcPts val="0"/>
              </a:spcAft>
              <a:buSzPts val="6400"/>
              <a:buChar char="○"/>
              <a:defRPr sz="6400"/>
            </a:lvl2pPr>
            <a:lvl3pPr indent="-635000" lvl="2" marL="1371600">
              <a:spcBef>
                <a:spcPts val="0"/>
              </a:spcBef>
              <a:spcAft>
                <a:spcPts val="0"/>
              </a:spcAft>
              <a:buSzPts val="6400"/>
              <a:buChar char="■"/>
              <a:defRPr sz="6400"/>
            </a:lvl3pPr>
            <a:lvl4pPr indent="-635000" lvl="3" marL="1828800">
              <a:spcBef>
                <a:spcPts val="0"/>
              </a:spcBef>
              <a:spcAft>
                <a:spcPts val="0"/>
              </a:spcAft>
              <a:buSzPts val="6400"/>
              <a:buChar char="●"/>
              <a:defRPr sz="6400"/>
            </a:lvl4pPr>
            <a:lvl5pPr indent="-635000" lvl="4" marL="2286000">
              <a:spcBef>
                <a:spcPts val="0"/>
              </a:spcBef>
              <a:spcAft>
                <a:spcPts val="0"/>
              </a:spcAft>
              <a:buSzPts val="6400"/>
              <a:buChar char="○"/>
              <a:defRPr sz="6400"/>
            </a:lvl5pPr>
            <a:lvl6pPr indent="-635000" lvl="5" marL="2743200">
              <a:spcBef>
                <a:spcPts val="0"/>
              </a:spcBef>
              <a:spcAft>
                <a:spcPts val="0"/>
              </a:spcAft>
              <a:buSzPts val="6400"/>
              <a:buChar char="■"/>
              <a:defRPr sz="6400"/>
            </a:lvl6pPr>
            <a:lvl7pPr indent="-635000" lvl="6" marL="3200400">
              <a:spcBef>
                <a:spcPts val="0"/>
              </a:spcBef>
              <a:spcAft>
                <a:spcPts val="0"/>
              </a:spcAft>
              <a:buSzPts val="6400"/>
              <a:buChar char="●"/>
              <a:defRPr sz="6400"/>
            </a:lvl7pPr>
            <a:lvl8pPr indent="-635000" lvl="7" marL="3657600">
              <a:spcBef>
                <a:spcPts val="0"/>
              </a:spcBef>
              <a:spcAft>
                <a:spcPts val="0"/>
              </a:spcAft>
              <a:buSzPts val="6400"/>
              <a:buChar char="○"/>
              <a:defRPr sz="6400"/>
            </a:lvl8pPr>
            <a:lvl9pPr indent="-635000" lvl="8" marL="4114800">
              <a:spcBef>
                <a:spcPts val="0"/>
              </a:spcBef>
              <a:spcAft>
                <a:spcPts val="0"/>
              </a:spcAft>
              <a:buSzPts val="6400"/>
              <a:buChar char="■"/>
              <a:defRPr sz="6400"/>
            </a:lvl9pPr>
          </a:lstStyle>
          <a:p/>
        </p:txBody>
      </p:sp>
      <p:sp>
        <p:nvSpPr>
          <p:cNvPr id="23" name="Google Shape;23;p5"/>
          <p:cNvSpPr txBox="1"/>
          <p:nvPr>
            <p:ph idx="2" type="body"/>
          </p:nvPr>
        </p:nvSpPr>
        <p:spPr>
          <a:xfrm>
            <a:off x="23195520" y="7375840"/>
            <a:ext cx="19199400" cy="21864900"/>
          </a:xfrm>
          <a:prstGeom prst="rect">
            <a:avLst/>
          </a:prstGeom>
        </p:spPr>
        <p:txBody>
          <a:bodyPr anchorCtr="0" anchor="t" bIns="487600" lIns="487600" spcFirstLastPara="1" rIns="487600" wrap="square" tIns="487600">
            <a:normAutofit/>
          </a:bodyPr>
          <a:lstStyle>
            <a:lvl1pPr indent="-702734" lvl="0" marL="457200">
              <a:spcBef>
                <a:spcPts val="0"/>
              </a:spcBef>
              <a:spcAft>
                <a:spcPts val="0"/>
              </a:spcAft>
              <a:buSzPts val="7467"/>
              <a:buChar char="●"/>
              <a:defRPr sz="7467"/>
            </a:lvl1pPr>
            <a:lvl2pPr indent="-635000" lvl="1" marL="914400">
              <a:spcBef>
                <a:spcPts val="0"/>
              </a:spcBef>
              <a:spcAft>
                <a:spcPts val="0"/>
              </a:spcAft>
              <a:buSzPts val="6400"/>
              <a:buChar char="○"/>
              <a:defRPr sz="6400"/>
            </a:lvl2pPr>
            <a:lvl3pPr indent="-635000" lvl="2" marL="1371600">
              <a:spcBef>
                <a:spcPts val="0"/>
              </a:spcBef>
              <a:spcAft>
                <a:spcPts val="0"/>
              </a:spcAft>
              <a:buSzPts val="6400"/>
              <a:buChar char="■"/>
              <a:defRPr sz="6400"/>
            </a:lvl3pPr>
            <a:lvl4pPr indent="-635000" lvl="3" marL="1828800">
              <a:spcBef>
                <a:spcPts val="0"/>
              </a:spcBef>
              <a:spcAft>
                <a:spcPts val="0"/>
              </a:spcAft>
              <a:buSzPts val="6400"/>
              <a:buChar char="●"/>
              <a:defRPr sz="6400"/>
            </a:lvl4pPr>
            <a:lvl5pPr indent="-635000" lvl="4" marL="2286000">
              <a:spcBef>
                <a:spcPts val="0"/>
              </a:spcBef>
              <a:spcAft>
                <a:spcPts val="0"/>
              </a:spcAft>
              <a:buSzPts val="6400"/>
              <a:buChar char="○"/>
              <a:defRPr sz="6400"/>
            </a:lvl5pPr>
            <a:lvl6pPr indent="-635000" lvl="5" marL="2743200">
              <a:spcBef>
                <a:spcPts val="0"/>
              </a:spcBef>
              <a:spcAft>
                <a:spcPts val="0"/>
              </a:spcAft>
              <a:buSzPts val="6400"/>
              <a:buChar char="■"/>
              <a:defRPr sz="6400"/>
            </a:lvl6pPr>
            <a:lvl7pPr indent="-635000" lvl="6" marL="3200400">
              <a:spcBef>
                <a:spcPts val="0"/>
              </a:spcBef>
              <a:spcAft>
                <a:spcPts val="0"/>
              </a:spcAft>
              <a:buSzPts val="6400"/>
              <a:buChar char="●"/>
              <a:defRPr sz="6400"/>
            </a:lvl7pPr>
            <a:lvl8pPr indent="-635000" lvl="7" marL="3657600">
              <a:spcBef>
                <a:spcPts val="0"/>
              </a:spcBef>
              <a:spcAft>
                <a:spcPts val="0"/>
              </a:spcAft>
              <a:buSzPts val="6400"/>
              <a:buChar char="○"/>
              <a:defRPr sz="6400"/>
            </a:lvl8pPr>
            <a:lvl9pPr indent="-635000" lvl="8" marL="4114800">
              <a:spcBef>
                <a:spcPts val="0"/>
              </a:spcBef>
              <a:spcAft>
                <a:spcPts val="0"/>
              </a:spcAft>
              <a:buSzPts val="6400"/>
              <a:buChar char="■"/>
              <a:defRPr sz="6400"/>
            </a:lvl9pPr>
          </a:lstStyle>
          <a:p/>
        </p:txBody>
      </p:sp>
      <p:sp>
        <p:nvSpPr>
          <p:cNvPr id="24" name="Google Shape;24;p5"/>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1496160" y="2848160"/>
            <a:ext cx="40899000" cy="3665400"/>
          </a:xfrm>
          <a:prstGeom prst="rect">
            <a:avLst/>
          </a:prstGeom>
        </p:spPr>
        <p:txBody>
          <a:bodyPr anchorCtr="0" anchor="t" bIns="487600" lIns="487600" spcFirstLastPara="1" rIns="487600" wrap="square" tIns="487600">
            <a:normAutofit/>
          </a:bodyPr>
          <a:lstStyle>
            <a:lvl1pPr lvl="0">
              <a:spcBef>
                <a:spcPts val="0"/>
              </a:spcBef>
              <a:spcAft>
                <a:spcPts val="0"/>
              </a:spcAft>
              <a:buSzPts val="14933"/>
              <a:buNone/>
              <a:defRPr sz="14933"/>
            </a:lvl1pPr>
            <a:lvl2pPr lvl="1">
              <a:spcBef>
                <a:spcPts val="0"/>
              </a:spcBef>
              <a:spcAft>
                <a:spcPts val="0"/>
              </a:spcAft>
              <a:buSzPts val="14933"/>
              <a:buNone/>
              <a:defRPr sz="14933"/>
            </a:lvl2pPr>
            <a:lvl3pPr lvl="2">
              <a:spcBef>
                <a:spcPts val="0"/>
              </a:spcBef>
              <a:spcAft>
                <a:spcPts val="0"/>
              </a:spcAft>
              <a:buSzPts val="14933"/>
              <a:buNone/>
              <a:defRPr sz="14933"/>
            </a:lvl3pPr>
            <a:lvl4pPr lvl="3">
              <a:spcBef>
                <a:spcPts val="0"/>
              </a:spcBef>
              <a:spcAft>
                <a:spcPts val="0"/>
              </a:spcAft>
              <a:buSzPts val="14933"/>
              <a:buNone/>
              <a:defRPr sz="14933"/>
            </a:lvl4pPr>
            <a:lvl5pPr lvl="4">
              <a:spcBef>
                <a:spcPts val="0"/>
              </a:spcBef>
              <a:spcAft>
                <a:spcPts val="0"/>
              </a:spcAft>
              <a:buSzPts val="14933"/>
              <a:buNone/>
              <a:defRPr sz="14933"/>
            </a:lvl5pPr>
            <a:lvl6pPr lvl="5">
              <a:spcBef>
                <a:spcPts val="0"/>
              </a:spcBef>
              <a:spcAft>
                <a:spcPts val="0"/>
              </a:spcAft>
              <a:buSzPts val="14933"/>
              <a:buNone/>
              <a:defRPr sz="14933"/>
            </a:lvl6pPr>
            <a:lvl7pPr lvl="6">
              <a:spcBef>
                <a:spcPts val="0"/>
              </a:spcBef>
              <a:spcAft>
                <a:spcPts val="0"/>
              </a:spcAft>
              <a:buSzPts val="14933"/>
              <a:buNone/>
              <a:defRPr sz="14933"/>
            </a:lvl7pPr>
            <a:lvl8pPr lvl="7">
              <a:spcBef>
                <a:spcPts val="0"/>
              </a:spcBef>
              <a:spcAft>
                <a:spcPts val="0"/>
              </a:spcAft>
              <a:buSzPts val="14933"/>
              <a:buNone/>
              <a:defRPr sz="14933"/>
            </a:lvl8pPr>
            <a:lvl9pPr lvl="8">
              <a:spcBef>
                <a:spcPts val="0"/>
              </a:spcBef>
              <a:spcAft>
                <a:spcPts val="0"/>
              </a:spcAft>
              <a:buSzPts val="14933"/>
              <a:buNone/>
              <a:defRPr sz="14933"/>
            </a:lvl9pPr>
          </a:lstStyle>
          <a:p/>
        </p:txBody>
      </p:sp>
      <p:sp>
        <p:nvSpPr>
          <p:cNvPr id="27" name="Google Shape;27;p6"/>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1496160" y="3555840"/>
            <a:ext cx="13478400" cy="4836600"/>
          </a:xfrm>
          <a:prstGeom prst="rect">
            <a:avLst/>
          </a:prstGeom>
        </p:spPr>
        <p:txBody>
          <a:bodyPr anchorCtr="0" anchor="b" bIns="487600" lIns="487600" spcFirstLastPara="1" rIns="487600" wrap="square" tIns="487600">
            <a:normAutofit/>
          </a:bodyPr>
          <a:lstStyle>
            <a:lvl1pPr lvl="0">
              <a:spcBef>
                <a:spcPts val="0"/>
              </a:spcBef>
              <a:spcAft>
                <a:spcPts val="0"/>
              </a:spcAft>
              <a:buSzPts val="12800"/>
              <a:buNone/>
              <a:defRPr sz="12800"/>
            </a:lvl1pPr>
            <a:lvl2pPr lvl="1">
              <a:spcBef>
                <a:spcPts val="0"/>
              </a:spcBef>
              <a:spcAft>
                <a:spcPts val="0"/>
              </a:spcAft>
              <a:buSzPts val="12800"/>
              <a:buNone/>
              <a:defRPr sz="12800"/>
            </a:lvl2pPr>
            <a:lvl3pPr lvl="2">
              <a:spcBef>
                <a:spcPts val="0"/>
              </a:spcBef>
              <a:spcAft>
                <a:spcPts val="0"/>
              </a:spcAft>
              <a:buSzPts val="12800"/>
              <a:buNone/>
              <a:defRPr sz="12800"/>
            </a:lvl3pPr>
            <a:lvl4pPr lvl="3">
              <a:spcBef>
                <a:spcPts val="0"/>
              </a:spcBef>
              <a:spcAft>
                <a:spcPts val="0"/>
              </a:spcAft>
              <a:buSzPts val="12800"/>
              <a:buNone/>
              <a:defRPr sz="12800"/>
            </a:lvl4pPr>
            <a:lvl5pPr lvl="4">
              <a:spcBef>
                <a:spcPts val="0"/>
              </a:spcBef>
              <a:spcAft>
                <a:spcPts val="0"/>
              </a:spcAft>
              <a:buSzPts val="12800"/>
              <a:buNone/>
              <a:defRPr sz="12800"/>
            </a:lvl5pPr>
            <a:lvl6pPr lvl="5">
              <a:spcBef>
                <a:spcPts val="0"/>
              </a:spcBef>
              <a:spcAft>
                <a:spcPts val="0"/>
              </a:spcAft>
              <a:buSzPts val="12800"/>
              <a:buNone/>
              <a:defRPr sz="12800"/>
            </a:lvl6pPr>
            <a:lvl7pPr lvl="6">
              <a:spcBef>
                <a:spcPts val="0"/>
              </a:spcBef>
              <a:spcAft>
                <a:spcPts val="0"/>
              </a:spcAft>
              <a:buSzPts val="12800"/>
              <a:buNone/>
              <a:defRPr sz="12800"/>
            </a:lvl7pPr>
            <a:lvl8pPr lvl="7">
              <a:spcBef>
                <a:spcPts val="0"/>
              </a:spcBef>
              <a:spcAft>
                <a:spcPts val="0"/>
              </a:spcAft>
              <a:buSzPts val="12800"/>
              <a:buNone/>
              <a:defRPr sz="12800"/>
            </a:lvl8pPr>
            <a:lvl9pPr lvl="8">
              <a:spcBef>
                <a:spcPts val="0"/>
              </a:spcBef>
              <a:spcAft>
                <a:spcPts val="0"/>
              </a:spcAft>
              <a:buSzPts val="12800"/>
              <a:buNone/>
              <a:defRPr sz="12800"/>
            </a:lvl9pPr>
          </a:lstStyle>
          <a:p/>
        </p:txBody>
      </p:sp>
      <p:sp>
        <p:nvSpPr>
          <p:cNvPr id="30" name="Google Shape;30;p7"/>
          <p:cNvSpPr txBox="1"/>
          <p:nvPr>
            <p:ph idx="1" type="body"/>
          </p:nvPr>
        </p:nvSpPr>
        <p:spPr>
          <a:xfrm>
            <a:off x="1496160" y="8893440"/>
            <a:ext cx="13478400" cy="20348100"/>
          </a:xfrm>
          <a:prstGeom prst="rect">
            <a:avLst/>
          </a:prstGeom>
        </p:spPr>
        <p:txBody>
          <a:bodyPr anchorCtr="0" anchor="t" bIns="487600" lIns="487600" spcFirstLastPara="1" rIns="487600" wrap="square" tIns="487600">
            <a:normAutofit/>
          </a:bodyPr>
          <a:lstStyle>
            <a:lvl1pPr indent="-635000" lvl="0" marL="457200">
              <a:spcBef>
                <a:spcPts val="0"/>
              </a:spcBef>
              <a:spcAft>
                <a:spcPts val="0"/>
              </a:spcAft>
              <a:buSzPts val="6400"/>
              <a:buChar char="●"/>
              <a:defRPr sz="6400"/>
            </a:lvl1pPr>
            <a:lvl2pPr indent="-635000" lvl="1" marL="914400">
              <a:spcBef>
                <a:spcPts val="0"/>
              </a:spcBef>
              <a:spcAft>
                <a:spcPts val="0"/>
              </a:spcAft>
              <a:buSzPts val="6400"/>
              <a:buChar char="○"/>
              <a:defRPr sz="6400"/>
            </a:lvl2pPr>
            <a:lvl3pPr indent="-635000" lvl="2" marL="1371600">
              <a:spcBef>
                <a:spcPts val="0"/>
              </a:spcBef>
              <a:spcAft>
                <a:spcPts val="0"/>
              </a:spcAft>
              <a:buSzPts val="6400"/>
              <a:buChar char="■"/>
              <a:defRPr sz="6400"/>
            </a:lvl3pPr>
            <a:lvl4pPr indent="-635000" lvl="3" marL="1828800">
              <a:spcBef>
                <a:spcPts val="0"/>
              </a:spcBef>
              <a:spcAft>
                <a:spcPts val="0"/>
              </a:spcAft>
              <a:buSzPts val="6400"/>
              <a:buChar char="●"/>
              <a:defRPr sz="6400"/>
            </a:lvl4pPr>
            <a:lvl5pPr indent="-635000" lvl="4" marL="2286000">
              <a:spcBef>
                <a:spcPts val="0"/>
              </a:spcBef>
              <a:spcAft>
                <a:spcPts val="0"/>
              </a:spcAft>
              <a:buSzPts val="6400"/>
              <a:buChar char="○"/>
              <a:defRPr sz="6400"/>
            </a:lvl5pPr>
            <a:lvl6pPr indent="-635000" lvl="5" marL="2743200">
              <a:spcBef>
                <a:spcPts val="0"/>
              </a:spcBef>
              <a:spcAft>
                <a:spcPts val="0"/>
              </a:spcAft>
              <a:buSzPts val="6400"/>
              <a:buChar char="■"/>
              <a:defRPr sz="6400"/>
            </a:lvl6pPr>
            <a:lvl7pPr indent="-635000" lvl="6" marL="3200400">
              <a:spcBef>
                <a:spcPts val="0"/>
              </a:spcBef>
              <a:spcAft>
                <a:spcPts val="0"/>
              </a:spcAft>
              <a:buSzPts val="6400"/>
              <a:buChar char="●"/>
              <a:defRPr sz="6400"/>
            </a:lvl7pPr>
            <a:lvl8pPr indent="-635000" lvl="7" marL="3657600">
              <a:spcBef>
                <a:spcPts val="0"/>
              </a:spcBef>
              <a:spcAft>
                <a:spcPts val="0"/>
              </a:spcAft>
              <a:buSzPts val="6400"/>
              <a:buChar char="○"/>
              <a:defRPr sz="6400"/>
            </a:lvl8pPr>
            <a:lvl9pPr indent="-635000" lvl="8" marL="4114800">
              <a:spcBef>
                <a:spcPts val="0"/>
              </a:spcBef>
              <a:spcAft>
                <a:spcPts val="0"/>
              </a:spcAft>
              <a:buSzPts val="6400"/>
              <a:buChar char="■"/>
              <a:defRPr sz="6400"/>
            </a:lvl9pPr>
          </a:lstStyle>
          <a:p/>
        </p:txBody>
      </p:sp>
      <p:sp>
        <p:nvSpPr>
          <p:cNvPr id="31" name="Google Shape;31;p7"/>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2353200" y="2880960"/>
            <a:ext cx="30565500" cy="26181000"/>
          </a:xfrm>
          <a:prstGeom prst="rect">
            <a:avLst/>
          </a:prstGeom>
        </p:spPr>
        <p:txBody>
          <a:bodyPr anchorCtr="0" anchor="ctr" bIns="487600" lIns="487600" spcFirstLastPara="1" rIns="487600" wrap="square" tIns="487600">
            <a:normAutofit/>
          </a:bodyPr>
          <a:lstStyle>
            <a:lvl1pPr lvl="0">
              <a:spcBef>
                <a:spcPts val="0"/>
              </a:spcBef>
              <a:spcAft>
                <a:spcPts val="0"/>
              </a:spcAft>
              <a:buSzPts val="25600"/>
              <a:buNone/>
              <a:defRPr sz="25600"/>
            </a:lvl1pPr>
            <a:lvl2pPr lvl="1">
              <a:spcBef>
                <a:spcPts val="0"/>
              </a:spcBef>
              <a:spcAft>
                <a:spcPts val="0"/>
              </a:spcAft>
              <a:buSzPts val="25600"/>
              <a:buNone/>
              <a:defRPr sz="25600"/>
            </a:lvl2pPr>
            <a:lvl3pPr lvl="2">
              <a:spcBef>
                <a:spcPts val="0"/>
              </a:spcBef>
              <a:spcAft>
                <a:spcPts val="0"/>
              </a:spcAft>
              <a:buSzPts val="25600"/>
              <a:buNone/>
              <a:defRPr sz="25600"/>
            </a:lvl3pPr>
            <a:lvl4pPr lvl="3">
              <a:spcBef>
                <a:spcPts val="0"/>
              </a:spcBef>
              <a:spcAft>
                <a:spcPts val="0"/>
              </a:spcAft>
              <a:buSzPts val="25600"/>
              <a:buNone/>
              <a:defRPr sz="25600"/>
            </a:lvl4pPr>
            <a:lvl5pPr lvl="4">
              <a:spcBef>
                <a:spcPts val="0"/>
              </a:spcBef>
              <a:spcAft>
                <a:spcPts val="0"/>
              </a:spcAft>
              <a:buSzPts val="25600"/>
              <a:buNone/>
              <a:defRPr sz="25600"/>
            </a:lvl5pPr>
            <a:lvl6pPr lvl="5">
              <a:spcBef>
                <a:spcPts val="0"/>
              </a:spcBef>
              <a:spcAft>
                <a:spcPts val="0"/>
              </a:spcAft>
              <a:buSzPts val="25600"/>
              <a:buNone/>
              <a:defRPr sz="25600"/>
            </a:lvl6pPr>
            <a:lvl7pPr lvl="6">
              <a:spcBef>
                <a:spcPts val="0"/>
              </a:spcBef>
              <a:spcAft>
                <a:spcPts val="0"/>
              </a:spcAft>
              <a:buSzPts val="25600"/>
              <a:buNone/>
              <a:defRPr sz="25600"/>
            </a:lvl7pPr>
            <a:lvl8pPr lvl="7">
              <a:spcBef>
                <a:spcPts val="0"/>
              </a:spcBef>
              <a:spcAft>
                <a:spcPts val="0"/>
              </a:spcAft>
              <a:buSzPts val="25600"/>
              <a:buNone/>
              <a:defRPr sz="25600"/>
            </a:lvl8pPr>
            <a:lvl9pPr lvl="8">
              <a:spcBef>
                <a:spcPts val="0"/>
              </a:spcBef>
              <a:spcAft>
                <a:spcPts val="0"/>
              </a:spcAft>
              <a:buSzPts val="25600"/>
              <a:buNone/>
              <a:defRPr sz="25600"/>
            </a:lvl9pPr>
          </a:lstStyle>
          <a:p/>
        </p:txBody>
      </p:sp>
      <p:sp>
        <p:nvSpPr>
          <p:cNvPr id="34" name="Google Shape;34;p8"/>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21945600" y="-800"/>
            <a:ext cx="21945600" cy="32918400"/>
          </a:xfrm>
          <a:prstGeom prst="rect">
            <a:avLst/>
          </a:prstGeom>
          <a:solidFill>
            <a:schemeClr val="lt2"/>
          </a:solidFill>
          <a:ln>
            <a:noFill/>
          </a:ln>
        </p:spPr>
        <p:txBody>
          <a:bodyPr anchorCtr="0" anchor="ctr" bIns="487600" lIns="487600" spcFirstLastPara="1" rIns="487600" wrap="square" tIns="48760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1274400" y="7892320"/>
            <a:ext cx="19416900" cy="9486600"/>
          </a:xfrm>
          <a:prstGeom prst="rect">
            <a:avLst/>
          </a:prstGeom>
        </p:spPr>
        <p:txBody>
          <a:bodyPr anchorCtr="0" anchor="b" bIns="487600" lIns="487600" spcFirstLastPara="1" rIns="487600" wrap="square" tIns="487600">
            <a:normAutofit/>
          </a:bodyPr>
          <a:lstStyle>
            <a:lvl1pPr lvl="0" algn="ctr">
              <a:spcBef>
                <a:spcPts val="0"/>
              </a:spcBef>
              <a:spcAft>
                <a:spcPts val="0"/>
              </a:spcAft>
              <a:buSzPts val="22400"/>
              <a:buNone/>
              <a:defRPr sz="22400"/>
            </a:lvl1pPr>
            <a:lvl2pPr lvl="1" algn="ctr">
              <a:spcBef>
                <a:spcPts val="0"/>
              </a:spcBef>
              <a:spcAft>
                <a:spcPts val="0"/>
              </a:spcAft>
              <a:buSzPts val="22400"/>
              <a:buNone/>
              <a:defRPr sz="22400"/>
            </a:lvl2pPr>
            <a:lvl3pPr lvl="2" algn="ctr">
              <a:spcBef>
                <a:spcPts val="0"/>
              </a:spcBef>
              <a:spcAft>
                <a:spcPts val="0"/>
              </a:spcAft>
              <a:buSzPts val="22400"/>
              <a:buNone/>
              <a:defRPr sz="22400"/>
            </a:lvl3pPr>
            <a:lvl4pPr lvl="3" algn="ctr">
              <a:spcBef>
                <a:spcPts val="0"/>
              </a:spcBef>
              <a:spcAft>
                <a:spcPts val="0"/>
              </a:spcAft>
              <a:buSzPts val="22400"/>
              <a:buNone/>
              <a:defRPr sz="22400"/>
            </a:lvl4pPr>
            <a:lvl5pPr lvl="4" algn="ctr">
              <a:spcBef>
                <a:spcPts val="0"/>
              </a:spcBef>
              <a:spcAft>
                <a:spcPts val="0"/>
              </a:spcAft>
              <a:buSzPts val="22400"/>
              <a:buNone/>
              <a:defRPr sz="22400"/>
            </a:lvl5pPr>
            <a:lvl6pPr lvl="5" algn="ctr">
              <a:spcBef>
                <a:spcPts val="0"/>
              </a:spcBef>
              <a:spcAft>
                <a:spcPts val="0"/>
              </a:spcAft>
              <a:buSzPts val="22400"/>
              <a:buNone/>
              <a:defRPr sz="22400"/>
            </a:lvl6pPr>
            <a:lvl7pPr lvl="6" algn="ctr">
              <a:spcBef>
                <a:spcPts val="0"/>
              </a:spcBef>
              <a:spcAft>
                <a:spcPts val="0"/>
              </a:spcAft>
              <a:buSzPts val="22400"/>
              <a:buNone/>
              <a:defRPr sz="22400"/>
            </a:lvl7pPr>
            <a:lvl8pPr lvl="7" algn="ctr">
              <a:spcBef>
                <a:spcPts val="0"/>
              </a:spcBef>
              <a:spcAft>
                <a:spcPts val="0"/>
              </a:spcAft>
              <a:buSzPts val="22400"/>
              <a:buNone/>
              <a:defRPr sz="22400"/>
            </a:lvl8pPr>
            <a:lvl9pPr lvl="8" algn="ctr">
              <a:spcBef>
                <a:spcPts val="0"/>
              </a:spcBef>
              <a:spcAft>
                <a:spcPts val="0"/>
              </a:spcAft>
              <a:buSzPts val="22400"/>
              <a:buNone/>
              <a:defRPr sz="22400"/>
            </a:lvl9pPr>
          </a:lstStyle>
          <a:p/>
        </p:txBody>
      </p:sp>
      <p:sp>
        <p:nvSpPr>
          <p:cNvPr id="38" name="Google Shape;38;p9"/>
          <p:cNvSpPr txBox="1"/>
          <p:nvPr>
            <p:ph idx="1" type="subTitle"/>
          </p:nvPr>
        </p:nvSpPr>
        <p:spPr>
          <a:xfrm>
            <a:off x="1274400" y="17939680"/>
            <a:ext cx="19416900" cy="7904700"/>
          </a:xfrm>
          <a:prstGeom prst="rect">
            <a:avLst/>
          </a:prstGeom>
        </p:spPr>
        <p:txBody>
          <a:bodyPr anchorCtr="0" anchor="t" bIns="487600" lIns="487600" spcFirstLastPara="1" rIns="487600" wrap="square" tIns="487600">
            <a:normAutofit/>
          </a:bodyPr>
          <a:lstStyle>
            <a:lvl1pPr lvl="0" algn="ctr">
              <a:lnSpc>
                <a:spcPct val="100000"/>
              </a:lnSpc>
              <a:spcBef>
                <a:spcPts val="0"/>
              </a:spcBef>
              <a:spcAft>
                <a:spcPts val="0"/>
              </a:spcAft>
              <a:buSzPts val="11200"/>
              <a:buNone/>
              <a:defRPr sz="11200"/>
            </a:lvl1pPr>
            <a:lvl2pPr lvl="1" algn="ctr">
              <a:lnSpc>
                <a:spcPct val="100000"/>
              </a:lnSpc>
              <a:spcBef>
                <a:spcPts val="0"/>
              </a:spcBef>
              <a:spcAft>
                <a:spcPts val="0"/>
              </a:spcAft>
              <a:buSzPts val="11200"/>
              <a:buNone/>
              <a:defRPr sz="11200"/>
            </a:lvl2pPr>
            <a:lvl3pPr lvl="2" algn="ctr">
              <a:lnSpc>
                <a:spcPct val="100000"/>
              </a:lnSpc>
              <a:spcBef>
                <a:spcPts val="0"/>
              </a:spcBef>
              <a:spcAft>
                <a:spcPts val="0"/>
              </a:spcAft>
              <a:buSzPts val="11200"/>
              <a:buNone/>
              <a:defRPr sz="11200"/>
            </a:lvl3pPr>
            <a:lvl4pPr lvl="3" algn="ctr">
              <a:lnSpc>
                <a:spcPct val="100000"/>
              </a:lnSpc>
              <a:spcBef>
                <a:spcPts val="0"/>
              </a:spcBef>
              <a:spcAft>
                <a:spcPts val="0"/>
              </a:spcAft>
              <a:buSzPts val="11200"/>
              <a:buNone/>
              <a:defRPr sz="11200"/>
            </a:lvl4pPr>
            <a:lvl5pPr lvl="4" algn="ctr">
              <a:lnSpc>
                <a:spcPct val="100000"/>
              </a:lnSpc>
              <a:spcBef>
                <a:spcPts val="0"/>
              </a:spcBef>
              <a:spcAft>
                <a:spcPts val="0"/>
              </a:spcAft>
              <a:buSzPts val="11200"/>
              <a:buNone/>
              <a:defRPr sz="11200"/>
            </a:lvl5pPr>
            <a:lvl6pPr lvl="5" algn="ctr">
              <a:lnSpc>
                <a:spcPct val="100000"/>
              </a:lnSpc>
              <a:spcBef>
                <a:spcPts val="0"/>
              </a:spcBef>
              <a:spcAft>
                <a:spcPts val="0"/>
              </a:spcAft>
              <a:buSzPts val="11200"/>
              <a:buNone/>
              <a:defRPr sz="11200"/>
            </a:lvl6pPr>
            <a:lvl7pPr lvl="6" algn="ctr">
              <a:lnSpc>
                <a:spcPct val="100000"/>
              </a:lnSpc>
              <a:spcBef>
                <a:spcPts val="0"/>
              </a:spcBef>
              <a:spcAft>
                <a:spcPts val="0"/>
              </a:spcAft>
              <a:buSzPts val="11200"/>
              <a:buNone/>
              <a:defRPr sz="11200"/>
            </a:lvl7pPr>
            <a:lvl8pPr lvl="7" algn="ctr">
              <a:lnSpc>
                <a:spcPct val="100000"/>
              </a:lnSpc>
              <a:spcBef>
                <a:spcPts val="0"/>
              </a:spcBef>
              <a:spcAft>
                <a:spcPts val="0"/>
              </a:spcAft>
              <a:buSzPts val="11200"/>
              <a:buNone/>
              <a:defRPr sz="11200"/>
            </a:lvl8pPr>
            <a:lvl9pPr lvl="8" algn="ctr">
              <a:lnSpc>
                <a:spcPct val="100000"/>
              </a:lnSpc>
              <a:spcBef>
                <a:spcPts val="0"/>
              </a:spcBef>
              <a:spcAft>
                <a:spcPts val="0"/>
              </a:spcAft>
              <a:buSzPts val="11200"/>
              <a:buNone/>
              <a:defRPr sz="11200"/>
            </a:lvl9pPr>
          </a:lstStyle>
          <a:p/>
        </p:txBody>
      </p:sp>
      <p:sp>
        <p:nvSpPr>
          <p:cNvPr id="39" name="Google Shape;39;p9"/>
          <p:cNvSpPr txBox="1"/>
          <p:nvPr>
            <p:ph idx="2" type="body"/>
          </p:nvPr>
        </p:nvSpPr>
        <p:spPr>
          <a:xfrm>
            <a:off x="23709600" y="4634080"/>
            <a:ext cx="18417600" cy="23648700"/>
          </a:xfrm>
          <a:prstGeom prst="rect">
            <a:avLst/>
          </a:prstGeom>
        </p:spPr>
        <p:txBody>
          <a:bodyPr anchorCtr="0" anchor="ctr" bIns="487600" lIns="487600" spcFirstLastPara="1" rIns="487600" wrap="square" tIns="487600">
            <a:normAutofit/>
          </a:bodyPr>
          <a:lstStyle>
            <a:lvl1pPr indent="-838200" lvl="0" marL="457200">
              <a:spcBef>
                <a:spcPts val="0"/>
              </a:spcBef>
              <a:spcAft>
                <a:spcPts val="0"/>
              </a:spcAft>
              <a:buSzPts val="9600"/>
              <a:buChar char="●"/>
              <a:defRPr sz="9600"/>
            </a:lvl1pPr>
            <a:lvl2pPr indent="-702734" lvl="1" marL="914400">
              <a:spcBef>
                <a:spcPts val="0"/>
              </a:spcBef>
              <a:spcAft>
                <a:spcPts val="0"/>
              </a:spcAft>
              <a:buSzPts val="7467"/>
              <a:buChar char="○"/>
              <a:defRPr sz="7467"/>
            </a:lvl2pPr>
            <a:lvl3pPr indent="-702734" lvl="2" marL="1371600">
              <a:spcBef>
                <a:spcPts val="0"/>
              </a:spcBef>
              <a:spcAft>
                <a:spcPts val="0"/>
              </a:spcAft>
              <a:buSzPts val="7467"/>
              <a:buChar char="■"/>
              <a:defRPr sz="7467"/>
            </a:lvl3pPr>
            <a:lvl4pPr indent="-702734" lvl="3" marL="1828800">
              <a:spcBef>
                <a:spcPts val="0"/>
              </a:spcBef>
              <a:spcAft>
                <a:spcPts val="0"/>
              </a:spcAft>
              <a:buSzPts val="7467"/>
              <a:buChar char="●"/>
              <a:defRPr sz="7467"/>
            </a:lvl4pPr>
            <a:lvl5pPr indent="-702734" lvl="4" marL="2286000">
              <a:spcBef>
                <a:spcPts val="0"/>
              </a:spcBef>
              <a:spcAft>
                <a:spcPts val="0"/>
              </a:spcAft>
              <a:buSzPts val="7467"/>
              <a:buChar char="○"/>
              <a:defRPr sz="7467"/>
            </a:lvl5pPr>
            <a:lvl6pPr indent="-702733" lvl="5" marL="2743200">
              <a:spcBef>
                <a:spcPts val="0"/>
              </a:spcBef>
              <a:spcAft>
                <a:spcPts val="0"/>
              </a:spcAft>
              <a:buSzPts val="7467"/>
              <a:buChar char="■"/>
              <a:defRPr sz="7467"/>
            </a:lvl6pPr>
            <a:lvl7pPr indent="-702733" lvl="6" marL="3200400">
              <a:spcBef>
                <a:spcPts val="0"/>
              </a:spcBef>
              <a:spcAft>
                <a:spcPts val="0"/>
              </a:spcAft>
              <a:buSzPts val="7467"/>
              <a:buChar char="●"/>
              <a:defRPr sz="7467"/>
            </a:lvl7pPr>
            <a:lvl8pPr indent="-702733" lvl="7" marL="3657600">
              <a:spcBef>
                <a:spcPts val="0"/>
              </a:spcBef>
              <a:spcAft>
                <a:spcPts val="0"/>
              </a:spcAft>
              <a:buSzPts val="7467"/>
              <a:buChar char="○"/>
              <a:defRPr sz="7467"/>
            </a:lvl8pPr>
            <a:lvl9pPr indent="-702733" lvl="8" marL="4114800">
              <a:spcBef>
                <a:spcPts val="0"/>
              </a:spcBef>
              <a:spcAft>
                <a:spcPts val="0"/>
              </a:spcAft>
              <a:buSzPts val="7467"/>
              <a:buChar char="■"/>
              <a:defRPr sz="7467"/>
            </a:lvl9pPr>
          </a:lstStyle>
          <a:p/>
        </p:txBody>
      </p:sp>
      <p:sp>
        <p:nvSpPr>
          <p:cNvPr id="40" name="Google Shape;40;p9"/>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1496160" y="27075680"/>
            <a:ext cx="28794300" cy="3872700"/>
          </a:xfrm>
          <a:prstGeom prst="rect">
            <a:avLst/>
          </a:prstGeom>
        </p:spPr>
        <p:txBody>
          <a:bodyPr anchorCtr="0" anchor="ctr" bIns="487600" lIns="487600" spcFirstLastPara="1" rIns="487600" wrap="square" tIns="487600">
            <a:normAutofit/>
          </a:bodyPr>
          <a:lstStyle>
            <a:lvl1pPr indent="-228600" lvl="0" marL="457200">
              <a:lnSpc>
                <a:spcPct val="100000"/>
              </a:lnSpc>
              <a:spcBef>
                <a:spcPts val="0"/>
              </a:spcBef>
              <a:spcAft>
                <a:spcPts val="0"/>
              </a:spcAft>
              <a:buSzPts val="9600"/>
              <a:buNone/>
              <a:defRPr sz="9600"/>
            </a:lvl1pPr>
          </a:lstStyle>
          <a:p/>
        </p:txBody>
      </p:sp>
      <p:sp>
        <p:nvSpPr>
          <p:cNvPr id="43" name="Google Shape;43;p10"/>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1496160" y="7079200"/>
            <a:ext cx="40899000" cy="12566400"/>
          </a:xfrm>
          <a:prstGeom prst="rect">
            <a:avLst/>
          </a:prstGeom>
        </p:spPr>
        <p:txBody>
          <a:bodyPr anchorCtr="0" anchor="b" bIns="487600" lIns="487600" spcFirstLastPara="1" rIns="487600" wrap="square" tIns="487600">
            <a:normAutofit/>
          </a:bodyPr>
          <a:lstStyle>
            <a:lvl1pPr lvl="0" algn="ctr">
              <a:spcBef>
                <a:spcPts val="0"/>
              </a:spcBef>
              <a:spcAft>
                <a:spcPts val="0"/>
              </a:spcAft>
              <a:buSzPts val="64000"/>
              <a:buNone/>
              <a:defRPr sz="64000"/>
            </a:lvl1pPr>
            <a:lvl2pPr lvl="1" algn="ctr">
              <a:spcBef>
                <a:spcPts val="0"/>
              </a:spcBef>
              <a:spcAft>
                <a:spcPts val="0"/>
              </a:spcAft>
              <a:buSzPts val="64000"/>
              <a:buNone/>
              <a:defRPr sz="64000"/>
            </a:lvl2pPr>
            <a:lvl3pPr lvl="2" algn="ctr">
              <a:spcBef>
                <a:spcPts val="0"/>
              </a:spcBef>
              <a:spcAft>
                <a:spcPts val="0"/>
              </a:spcAft>
              <a:buSzPts val="64000"/>
              <a:buNone/>
              <a:defRPr sz="64000"/>
            </a:lvl3pPr>
            <a:lvl4pPr lvl="3" algn="ctr">
              <a:spcBef>
                <a:spcPts val="0"/>
              </a:spcBef>
              <a:spcAft>
                <a:spcPts val="0"/>
              </a:spcAft>
              <a:buSzPts val="64000"/>
              <a:buNone/>
              <a:defRPr sz="64000"/>
            </a:lvl4pPr>
            <a:lvl5pPr lvl="4" algn="ctr">
              <a:spcBef>
                <a:spcPts val="0"/>
              </a:spcBef>
              <a:spcAft>
                <a:spcPts val="0"/>
              </a:spcAft>
              <a:buSzPts val="64000"/>
              <a:buNone/>
              <a:defRPr sz="64000"/>
            </a:lvl5pPr>
            <a:lvl6pPr lvl="5" algn="ctr">
              <a:spcBef>
                <a:spcPts val="0"/>
              </a:spcBef>
              <a:spcAft>
                <a:spcPts val="0"/>
              </a:spcAft>
              <a:buSzPts val="64000"/>
              <a:buNone/>
              <a:defRPr sz="64000"/>
            </a:lvl6pPr>
            <a:lvl7pPr lvl="6" algn="ctr">
              <a:spcBef>
                <a:spcPts val="0"/>
              </a:spcBef>
              <a:spcAft>
                <a:spcPts val="0"/>
              </a:spcAft>
              <a:buSzPts val="64000"/>
              <a:buNone/>
              <a:defRPr sz="64000"/>
            </a:lvl7pPr>
            <a:lvl8pPr lvl="7" algn="ctr">
              <a:spcBef>
                <a:spcPts val="0"/>
              </a:spcBef>
              <a:spcAft>
                <a:spcPts val="0"/>
              </a:spcAft>
              <a:buSzPts val="64000"/>
              <a:buNone/>
              <a:defRPr sz="64000"/>
            </a:lvl8pPr>
            <a:lvl9pPr lvl="8" algn="ctr">
              <a:spcBef>
                <a:spcPts val="0"/>
              </a:spcBef>
              <a:spcAft>
                <a:spcPts val="0"/>
              </a:spcAft>
              <a:buSzPts val="64000"/>
              <a:buNone/>
              <a:defRPr sz="64000"/>
            </a:lvl9pPr>
          </a:lstStyle>
          <a:p>
            <a:r>
              <a:t>xx%</a:t>
            </a:r>
          </a:p>
        </p:txBody>
      </p:sp>
      <p:sp>
        <p:nvSpPr>
          <p:cNvPr id="46" name="Google Shape;46;p11"/>
          <p:cNvSpPr txBox="1"/>
          <p:nvPr>
            <p:ph idx="1" type="body"/>
          </p:nvPr>
        </p:nvSpPr>
        <p:spPr>
          <a:xfrm>
            <a:off x="1496160" y="20174240"/>
            <a:ext cx="40899000" cy="8325000"/>
          </a:xfrm>
          <a:prstGeom prst="rect">
            <a:avLst/>
          </a:prstGeom>
        </p:spPr>
        <p:txBody>
          <a:bodyPr anchorCtr="0" anchor="t" bIns="487600" lIns="487600" spcFirstLastPara="1" rIns="487600" wrap="square" tIns="487600">
            <a:normAutofit/>
          </a:bodyPr>
          <a:lstStyle>
            <a:lvl1pPr indent="-838200" lvl="0" marL="457200" algn="ctr">
              <a:spcBef>
                <a:spcPts val="0"/>
              </a:spcBef>
              <a:spcAft>
                <a:spcPts val="0"/>
              </a:spcAft>
              <a:buSzPts val="9600"/>
              <a:buChar char="●"/>
              <a:defRPr sz="9600"/>
            </a:lvl1pPr>
            <a:lvl2pPr indent="-702734" lvl="1" marL="914400" algn="ctr">
              <a:spcBef>
                <a:spcPts val="0"/>
              </a:spcBef>
              <a:spcAft>
                <a:spcPts val="0"/>
              </a:spcAft>
              <a:buSzPts val="7467"/>
              <a:buChar char="○"/>
              <a:defRPr sz="7467"/>
            </a:lvl2pPr>
            <a:lvl3pPr indent="-702734" lvl="2" marL="1371600" algn="ctr">
              <a:spcBef>
                <a:spcPts val="0"/>
              </a:spcBef>
              <a:spcAft>
                <a:spcPts val="0"/>
              </a:spcAft>
              <a:buSzPts val="7467"/>
              <a:buChar char="■"/>
              <a:defRPr sz="7467"/>
            </a:lvl3pPr>
            <a:lvl4pPr indent="-702734" lvl="3" marL="1828800" algn="ctr">
              <a:spcBef>
                <a:spcPts val="0"/>
              </a:spcBef>
              <a:spcAft>
                <a:spcPts val="0"/>
              </a:spcAft>
              <a:buSzPts val="7467"/>
              <a:buChar char="●"/>
              <a:defRPr sz="7467"/>
            </a:lvl4pPr>
            <a:lvl5pPr indent="-702734" lvl="4" marL="2286000" algn="ctr">
              <a:spcBef>
                <a:spcPts val="0"/>
              </a:spcBef>
              <a:spcAft>
                <a:spcPts val="0"/>
              </a:spcAft>
              <a:buSzPts val="7467"/>
              <a:buChar char="○"/>
              <a:defRPr sz="7467"/>
            </a:lvl5pPr>
            <a:lvl6pPr indent="-702733" lvl="5" marL="2743200" algn="ctr">
              <a:spcBef>
                <a:spcPts val="0"/>
              </a:spcBef>
              <a:spcAft>
                <a:spcPts val="0"/>
              </a:spcAft>
              <a:buSzPts val="7467"/>
              <a:buChar char="■"/>
              <a:defRPr sz="7467"/>
            </a:lvl6pPr>
            <a:lvl7pPr indent="-702733" lvl="6" marL="3200400" algn="ctr">
              <a:spcBef>
                <a:spcPts val="0"/>
              </a:spcBef>
              <a:spcAft>
                <a:spcPts val="0"/>
              </a:spcAft>
              <a:buSzPts val="7467"/>
              <a:buChar char="●"/>
              <a:defRPr sz="7467"/>
            </a:lvl7pPr>
            <a:lvl8pPr indent="-702733" lvl="7" marL="3657600" algn="ctr">
              <a:spcBef>
                <a:spcPts val="0"/>
              </a:spcBef>
              <a:spcAft>
                <a:spcPts val="0"/>
              </a:spcAft>
              <a:buSzPts val="7467"/>
              <a:buChar char="○"/>
              <a:defRPr sz="7467"/>
            </a:lvl8pPr>
            <a:lvl9pPr indent="-702733" lvl="8" marL="4114800" algn="ctr">
              <a:spcBef>
                <a:spcPts val="0"/>
              </a:spcBef>
              <a:spcAft>
                <a:spcPts val="0"/>
              </a:spcAft>
              <a:buSzPts val="7467"/>
              <a:buChar char="■"/>
              <a:defRPr sz="7467"/>
            </a:lvl9pPr>
          </a:lstStyle>
          <a:p/>
        </p:txBody>
      </p:sp>
      <p:sp>
        <p:nvSpPr>
          <p:cNvPr id="47" name="Google Shape;47;p11"/>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496160" y="2848160"/>
            <a:ext cx="40899000" cy="3665400"/>
          </a:xfrm>
          <a:prstGeom prst="rect">
            <a:avLst/>
          </a:prstGeom>
          <a:noFill/>
          <a:ln>
            <a:noFill/>
          </a:ln>
        </p:spPr>
        <p:txBody>
          <a:bodyPr anchorCtr="0" anchor="t" bIns="487600" lIns="487600" spcFirstLastPara="1" rIns="487600" wrap="square" tIns="487600">
            <a:normAutofit/>
          </a:bodyPr>
          <a:lstStyle>
            <a:lvl1pPr lvl="0">
              <a:spcBef>
                <a:spcPts val="0"/>
              </a:spcBef>
              <a:spcAft>
                <a:spcPts val="0"/>
              </a:spcAft>
              <a:buClr>
                <a:schemeClr val="dk1"/>
              </a:buClr>
              <a:buSzPts val="14933"/>
              <a:buNone/>
              <a:defRPr sz="14933">
                <a:solidFill>
                  <a:schemeClr val="dk1"/>
                </a:solidFill>
              </a:defRPr>
            </a:lvl1pPr>
            <a:lvl2pPr lvl="1">
              <a:spcBef>
                <a:spcPts val="0"/>
              </a:spcBef>
              <a:spcAft>
                <a:spcPts val="0"/>
              </a:spcAft>
              <a:buClr>
                <a:schemeClr val="dk1"/>
              </a:buClr>
              <a:buSzPts val="14933"/>
              <a:buNone/>
              <a:defRPr sz="14933">
                <a:solidFill>
                  <a:schemeClr val="dk1"/>
                </a:solidFill>
              </a:defRPr>
            </a:lvl2pPr>
            <a:lvl3pPr lvl="2">
              <a:spcBef>
                <a:spcPts val="0"/>
              </a:spcBef>
              <a:spcAft>
                <a:spcPts val="0"/>
              </a:spcAft>
              <a:buClr>
                <a:schemeClr val="dk1"/>
              </a:buClr>
              <a:buSzPts val="14933"/>
              <a:buNone/>
              <a:defRPr sz="14933">
                <a:solidFill>
                  <a:schemeClr val="dk1"/>
                </a:solidFill>
              </a:defRPr>
            </a:lvl3pPr>
            <a:lvl4pPr lvl="3">
              <a:spcBef>
                <a:spcPts val="0"/>
              </a:spcBef>
              <a:spcAft>
                <a:spcPts val="0"/>
              </a:spcAft>
              <a:buClr>
                <a:schemeClr val="dk1"/>
              </a:buClr>
              <a:buSzPts val="14933"/>
              <a:buNone/>
              <a:defRPr sz="14933">
                <a:solidFill>
                  <a:schemeClr val="dk1"/>
                </a:solidFill>
              </a:defRPr>
            </a:lvl4pPr>
            <a:lvl5pPr lvl="4">
              <a:spcBef>
                <a:spcPts val="0"/>
              </a:spcBef>
              <a:spcAft>
                <a:spcPts val="0"/>
              </a:spcAft>
              <a:buClr>
                <a:schemeClr val="dk1"/>
              </a:buClr>
              <a:buSzPts val="14933"/>
              <a:buNone/>
              <a:defRPr sz="14933">
                <a:solidFill>
                  <a:schemeClr val="dk1"/>
                </a:solidFill>
              </a:defRPr>
            </a:lvl5pPr>
            <a:lvl6pPr lvl="5">
              <a:spcBef>
                <a:spcPts val="0"/>
              </a:spcBef>
              <a:spcAft>
                <a:spcPts val="0"/>
              </a:spcAft>
              <a:buClr>
                <a:schemeClr val="dk1"/>
              </a:buClr>
              <a:buSzPts val="14933"/>
              <a:buNone/>
              <a:defRPr sz="14933">
                <a:solidFill>
                  <a:schemeClr val="dk1"/>
                </a:solidFill>
              </a:defRPr>
            </a:lvl6pPr>
            <a:lvl7pPr lvl="6">
              <a:spcBef>
                <a:spcPts val="0"/>
              </a:spcBef>
              <a:spcAft>
                <a:spcPts val="0"/>
              </a:spcAft>
              <a:buClr>
                <a:schemeClr val="dk1"/>
              </a:buClr>
              <a:buSzPts val="14933"/>
              <a:buNone/>
              <a:defRPr sz="14933">
                <a:solidFill>
                  <a:schemeClr val="dk1"/>
                </a:solidFill>
              </a:defRPr>
            </a:lvl7pPr>
            <a:lvl8pPr lvl="7">
              <a:spcBef>
                <a:spcPts val="0"/>
              </a:spcBef>
              <a:spcAft>
                <a:spcPts val="0"/>
              </a:spcAft>
              <a:buClr>
                <a:schemeClr val="dk1"/>
              </a:buClr>
              <a:buSzPts val="14933"/>
              <a:buNone/>
              <a:defRPr sz="14933">
                <a:solidFill>
                  <a:schemeClr val="dk1"/>
                </a:solidFill>
              </a:defRPr>
            </a:lvl8pPr>
            <a:lvl9pPr lvl="8">
              <a:spcBef>
                <a:spcPts val="0"/>
              </a:spcBef>
              <a:spcAft>
                <a:spcPts val="0"/>
              </a:spcAft>
              <a:buClr>
                <a:schemeClr val="dk1"/>
              </a:buClr>
              <a:buSzPts val="14933"/>
              <a:buNone/>
              <a:defRPr sz="14933">
                <a:solidFill>
                  <a:schemeClr val="dk1"/>
                </a:solidFill>
              </a:defRPr>
            </a:lvl9pPr>
          </a:lstStyle>
          <a:p/>
        </p:txBody>
      </p:sp>
      <p:sp>
        <p:nvSpPr>
          <p:cNvPr id="7" name="Google Shape;7;p1"/>
          <p:cNvSpPr txBox="1"/>
          <p:nvPr>
            <p:ph idx="1" type="body"/>
          </p:nvPr>
        </p:nvSpPr>
        <p:spPr>
          <a:xfrm>
            <a:off x="1496160" y="7375840"/>
            <a:ext cx="40899000" cy="21864900"/>
          </a:xfrm>
          <a:prstGeom prst="rect">
            <a:avLst/>
          </a:prstGeom>
          <a:noFill/>
          <a:ln>
            <a:noFill/>
          </a:ln>
        </p:spPr>
        <p:txBody>
          <a:bodyPr anchorCtr="0" anchor="t" bIns="487600" lIns="487600" spcFirstLastPara="1" rIns="487600" wrap="square" tIns="487600">
            <a:normAutofit/>
          </a:bodyPr>
          <a:lstStyle>
            <a:lvl1pPr indent="-838200" lvl="0" marL="457200">
              <a:lnSpc>
                <a:spcPct val="115000"/>
              </a:lnSpc>
              <a:spcBef>
                <a:spcPts val="0"/>
              </a:spcBef>
              <a:spcAft>
                <a:spcPts val="0"/>
              </a:spcAft>
              <a:buClr>
                <a:schemeClr val="dk2"/>
              </a:buClr>
              <a:buSzPts val="9600"/>
              <a:buChar char="●"/>
              <a:defRPr sz="9600">
                <a:solidFill>
                  <a:schemeClr val="dk2"/>
                </a:solidFill>
              </a:defRPr>
            </a:lvl1pPr>
            <a:lvl2pPr indent="-702734" lvl="1" marL="914400">
              <a:lnSpc>
                <a:spcPct val="115000"/>
              </a:lnSpc>
              <a:spcBef>
                <a:spcPts val="0"/>
              </a:spcBef>
              <a:spcAft>
                <a:spcPts val="0"/>
              </a:spcAft>
              <a:buClr>
                <a:schemeClr val="dk2"/>
              </a:buClr>
              <a:buSzPts val="7467"/>
              <a:buChar char="○"/>
              <a:defRPr sz="7467">
                <a:solidFill>
                  <a:schemeClr val="dk2"/>
                </a:solidFill>
              </a:defRPr>
            </a:lvl2pPr>
            <a:lvl3pPr indent="-702734" lvl="2" marL="1371600">
              <a:lnSpc>
                <a:spcPct val="115000"/>
              </a:lnSpc>
              <a:spcBef>
                <a:spcPts val="0"/>
              </a:spcBef>
              <a:spcAft>
                <a:spcPts val="0"/>
              </a:spcAft>
              <a:buClr>
                <a:schemeClr val="dk2"/>
              </a:buClr>
              <a:buSzPts val="7467"/>
              <a:buChar char="■"/>
              <a:defRPr sz="7467">
                <a:solidFill>
                  <a:schemeClr val="dk2"/>
                </a:solidFill>
              </a:defRPr>
            </a:lvl3pPr>
            <a:lvl4pPr indent="-702734" lvl="3" marL="1828800">
              <a:lnSpc>
                <a:spcPct val="115000"/>
              </a:lnSpc>
              <a:spcBef>
                <a:spcPts val="0"/>
              </a:spcBef>
              <a:spcAft>
                <a:spcPts val="0"/>
              </a:spcAft>
              <a:buClr>
                <a:schemeClr val="dk2"/>
              </a:buClr>
              <a:buSzPts val="7467"/>
              <a:buChar char="●"/>
              <a:defRPr sz="7467">
                <a:solidFill>
                  <a:schemeClr val="dk2"/>
                </a:solidFill>
              </a:defRPr>
            </a:lvl4pPr>
            <a:lvl5pPr indent="-702734" lvl="4" marL="2286000">
              <a:lnSpc>
                <a:spcPct val="115000"/>
              </a:lnSpc>
              <a:spcBef>
                <a:spcPts val="0"/>
              </a:spcBef>
              <a:spcAft>
                <a:spcPts val="0"/>
              </a:spcAft>
              <a:buClr>
                <a:schemeClr val="dk2"/>
              </a:buClr>
              <a:buSzPts val="7467"/>
              <a:buChar char="○"/>
              <a:defRPr sz="7467">
                <a:solidFill>
                  <a:schemeClr val="dk2"/>
                </a:solidFill>
              </a:defRPr>
            </a:lvl5pPr>
            <a:lvl6pPr indent="-702733" lvl="5" marL="2743200">
              <a:lnSpc>
                <a:spcPct val="115000"/>
              </a:lnSpc>
              <a:spcBef>
                <a:spcPts val="0"/>
              </a:spcBef>
              <a:spcAft>
                <a:spcPts val="0"/>
              </a:spcAft>
              <a:buClr>
                <a:schemeClr val="dk2"/>
              </a:buClr>
              <a:buSzPts val="7467"/>
              <a:buChar char="■"/>
              <a:defRPr sz="7467">
                <a:solidFill>
                  <a:schemeClr val="dk2"/>
                </a:solidFill>
              </a:defRPr>
            </a:lvl6pPr>
            <a:lvl7pPr indent="-702733" lvl="6" marL="3200400">
              <a:lnSpc>
                <a:spcPct val="115000"/>
              </a:lnSpc>
              <a:spcBef>
                <a:spcPts val="0"/>
              </a:spcBef>
              <a:spcAft>
                <a:spcPts val="0"/>
              </a:spcAft>
              <a:buClr>
                <a:schemeClr val="dk2"/>
              </a:buClr>
              <a:buSzPts val="7467"/>
              <a:buChar char="●"/>
              <a:defRPr sz="7467">
                <a:solidFill>
                  <a:schemeClr val="dk2"/>
                </a:solidFill>
              </a:defRPr>
            </a:lvl7pPr>
            <a:lvl8pPr indent="-702733" lvl="7" marL="3657600">
              <a:lnSpc>
                <a:spcPct val="115000"/>
              </a:lnSpc>
              <a:spcBef>
                <a:spcPts val="0"/>
              </a:spcBef>
              <a:spcAft>
                <a:spcPts val="0"/>
              </a:spcAft>
              <a:buClr>
                <a:schemeClr val="dk2"/>
              </a:buClr>
              <a:buSzPts val="7467"/>
              <a:buChar char="○"/>
              <a:defRPr sz="7467">
                <a:solidFill>
                  <a:schemeClr val="dk2"/>
                </a:solidFill>
              </a:defRPr>
            </a:lvl8pPr>
            <a:lvl9pPr indent="-702733" lvl="8" marL="4114800">
              <a:lnSpc>
                <a:spcPct val="115000"/>
              </a:lnSpc>
              <a:spcBef>
                <a:spcPts val="0"/>
              </a:spcBef>
              <a:spcAft>
                <a:spcPts val="0"/>
              </a:spcAft>
              <a:buClr>
                <a:schemeClr val="dk2"/>
              </a:buClr>
              <a:buSzPts val="7467"/>
              <a:buChar char="■"/>
              <a:defRPr sz="7467">
                <a:solidFill>
                  <a:schemeClr val="dk2"/>
                </a:solidFill>
              </a:defRPr>
            </a:lvl9pPr>
          </a:lstStyle>
          <a:p/>
        </p:txBody>
      </p:sp>
      <p:sp>
        <p:nvSpPr>
          <p:cNvPr id="8" name="Google Shape;8;p1"/>
          <p:cNvSpPr txBox="1"/>
          <p:nvPr>
            <p:ph idx="12" type="sldNum"/>
          </p:nvPr>
        </p:nvSpPr>
        <p:spPr>
          <a:xfrm>
            <a:off x="40667798" y="29844588"/>
            <a:ext cx="2633700" cy="2519100"/>
          </a:xfrm>
          <a:prstGeom prst="rect">
            <a:avLst/>
          </a:prstGeom>
          <a:noFill/>
          <a:ln>
            <a:noFill/>
          </a:ln>
        </p:spPr>
        <p:txBody>
          <a:bodyPr anchorCtr="0" anchor="ctr" bIns="487600" lIns="487600" spcFirstLastPara="1" rIns="487600" wrap="square" tIns="487600">
            <a:normAutofit/>
          </a:bodyPr>
          <a:lstStyle>
            <a:lvl1pPr lvl="0" algn="r">
              <a:buNone/>
              <a:defRPr sz="5333">
                <a:solidFill>
                  <a:schemeClr val="dk2"/>
                </a:solidFill>
              </a:defRPr>
            </a:lvl1pPr>
            <a:lvl2pPr lvl="1" algn="r">
              <a:buNone/>
              <a:defRPr sz="5333">
                <a:solidFill>
                  <a:schemeClr val="dk2"/>
                </a:solidFill>
              </a:defRPr>
            </a:lvl2pPr>
            <a:lvl3pPr lvl="2" algn="r">
              <a:buNone/>
              <a:defRPr sz="5333">
                <a:solidFill>
                  <a:schemeClr val="dk2"/>
                </a:solidFill>
              </a:defRPr>
            </a:lvl3pPr>
            <a:lvl4pPr lvl="3" algn="r">
              <a:buNone/>
              <a:defRPr sz="5333">
                <a:solidFill>
                  <a:schemeClr val="dk2"/>
                </a:solidFill>
              </a:defRPr>
            </a:lvl4pPr>
            <a:lvl5pPr lvl="4" algn="r">
              <a:buNone/>
              <a:defRPr sz="5333">
                <a:solidFill>
                  <a:schemeClr val="dk2"/>
                </a:solidFill>
              </a:defRPr>
            </a:lvl5pPr>
            <a:lvl6pPr lvl="5" algn="r">
              <a:buNone/>
              <a:defRPr sz="5333">
                <a:solidFill>
                  <a:schemeClr val="dk2"/>
                </a:solidFill>
              </a:defRPr>
            </a:lvl6pPr>
            <a:lvl7pPr lvl="6" algn="r">
              <a:buNone/>
              <a:defRPr sz="5333">
                <a:solidFill>
                  <a:schemeClr val="dk2"/>
                </a:solidFill>
              </a:defRPr>
            </a:lvl7pPr>
            <a:lvl8pPr lvl="7" algn="r">
              <a:buNone/>
              <a:defRPr sz="5333">
                <a:solidFill>
                  <a:schemeClr val="dk2"/>
                </a:solidFill>
              </a:defRPr>
            </a:lvl8pPr>
            <a:lvl9pPr lvl="8" algn="r">
              <a:buNone/>
              <a:defRPr sz="5333">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1.png"/><Relationship Id="rId11" Type="http://schemas.openxmlformats.org/officeDocument/2006/relationships/image" Target="../media/image9.png"/><Relationship Id="rId10" Type="http://schemas.openxmlformats.org/officeDocument/2006/relationships/image" Target="../media/image11.png"/><Relationship Id="rId12" Type="http://schemas.openxmlformats.org/officeDocument/2006/relationships/image" Target="../media/image7.png"/><Relationship Id="rId9"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5.png"/><Relationship Id="rId7" Type="http://schemas.openxmlformats.org/officeDocument/2006/relationships/image" Target="../media/image4.png"/><Relationship Id="rId8"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ECEF7"/>
        </a:solidFill>
      </p:bgPr>
    </p:bg>
    <p:spTree>
      <p:nvGrpSpPr>
        <p:cNvPr id="53" name="Shape 53"/>
        <p:cNvGrpSpPr/>
        <p:nvPr/>
      </p:nvGrpSpPr>
      <p:grpSpPr>
        <a:xfrm>
          <a:off x="0" y="0"/>
          <a:ext cx="0" cy="0"/>
          <a:chOff x="0" y="0"/>
          <a:chExt cx="0" cy="0"/>
        </a:xfrm>
      </p:grpSpPr>
      <p:sp>
        <p:nvSpPr>
          <p:cNvPr id="54" name="Google Shape;54;p13"/>
          <p:cNvSpPr/>
          <p:nvPr/>
        </p:nvSpPr>
        <p:spPr>
          <a:xfrm>
            <a:off x="532175" y="14300100"/>
            <a:ext cx="13868400" cy="12414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p:nvPr/>
        </p:nvSpPr>
        <p:spPr>
          <a:xfrm>
            <a:off x="15011400" y="20447000"/>
            <a:ext cx="13868400" cy="1205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13"/>
          <p:cNvSpPr/>
          <p:nvPr/>
        </p:nvSpPr>
        <p:spPr>
          <a:xfrm>
            <a:off x="15181800" y="20755025"/>
            <a:ext cx="13457700" cy="113772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lang="en" sz="5000" u="sng"/>
              <a:t>Computer Vision</a:t>
            </a:r>
            <a:endParaRPr sz="5000" u="sng"/>
          </a:p>
          <a:p>
            <a:pPr indent="0" lvl="0" marL="0" rtl="0" algn="ctr">
              <a:lnSpc>
                <a:spcPct val="150000"/>
              </a:lnSpc>
              <a:spcBef>
                <a:spcPts val="0"/>
              </a:spcBef>
              <a:spcAft>
                <a:spcPts val="0"/>
              </a:spcAft>
              <a:buNone/>
            </a:pPr>
            <a:r>
              <a:t/>
            </a:r>
            <a:endParaRPr sz="5000" u="sng"/>
          </a:p>
          <a:p>
            <a:pPr indent="0" lvl="0" marL="0" rtl="0" algn="ctr">
              <a:lnSpc>
                <a:spcPct val="150000"/>
              </a:lnSpc>
              <a:spcBef>
                <a:spcPts val="0"/>
              </a:spcBef>
              <a:spcAft>
                <a:spcPts val="0"/>
              </a:spcAft>
              <a:buNone/>
            </a:pPr>
            <a:r>
              <a:t/>
            </a:r>
            <a:endParaRPr sz="5000" u="sng"/>
          </a:p>
          <a:p>
            <a:pPr indent="0" lvl="0" marL="0" rtl="0" algn="ctr">
              <a:lnSpc>
                <a:spcPct val="150000"/>
              </a:lnSpc>
              <a:spcBef>
                <a:spcPts val="0"/>
              </a:spcBef>
              <a:spcAft>
                <a:spcPts val="0"/>
              </a:spcAft>
              <a:buNone/>
            </a:pPr>
            <a:r>
              <a:t/>
            </a:r>
            <a:endParaRPr sz="5000" u="sng"/>
          </a:p>
          <a:p>
            <a:pPr indent="0" lvl="0" marL="0" rtl="0" algn="ctr">
              <a:lnSpc>
                <a:spcPct val="150000"/>
              </a:lnSpc>
              <a:spcBef>
                <a:spcPts val="0"/>
              </a:spcBef>
              <a:spcAft>
                <a:spcPts val="0"/>
              </a:spcAft>
              <a:buNone/>
            </a:pPr>
            <a:r>
              <a:t/>
            </a:r>
            <a:endParaRPr sz="5000" u="sng"/>
          </a:p>
          <a:p>
            <a:pPr indent="0" lvl="0" marL="0" rtl="0" algn="ctr">
              <a:lnSpc>
                <a:spcPct val="150000"/>
              </a:lnSpc>
              <a:spcBef>
                <a:spcPts val="0"/>
              </a:spcBef>
              <a:spcAft>
                <a:spcPts val="0"/>
              </a:spcAft>
              <a:buNone/>
            </a:pPr>
            <a:r>
              <a:t/>
            </a:r>
            <a:endParaRPr sz="5000" u="sng"/>
          </a:p>
          <a:p>
            <a:pPr indent="0" lvl="0" marL="0" rtl="0" algn="ctr">
              <a:lnSpc>
                <a:spcPct val="150000"/>
              </a:lnSpc>
              <a:spcBef>
                <a:spcPts val="0"/>
              </a:spcBef>
              <a:spcAft>
                <a:spcPts val="0"/>
              </a:spcAft>
              <a:buNone/>
            </a:pPr>
            <a:r>
              <a:t/>
            </a:r>
            <a:endParaRPr sz="5000" u="sng"/>
          </a:p>
          <a:p>
            <a:pPr indent="0" lvl="0" marL="0" rtl="0" algn="ctr">
              <a:lnSpc>
                <a:spcPct val="150000"/>
              </a:lnSpc>
              <a:spcBef>
                <a:spcPts val="0"/>
              </a:spcBef>
              <a:spcAft>
                <a:spcPts val="0"/>
              </a:spcAft>
              <a:buNone/>
            </a:pPr>
            <a:r>
              <a:t/>
            </a:r>
            <a:endParaRPr sz="5000" u="sng"/>
          </a:p>
          <a:p>
            <a:pPr indent="0" lvl="0" marL="0" rtl="0" algn="ctr">
              <a:lnSpc>
                <a:spcPct val="150000"/>
              </a:lnSpc>
              <a:spcBef>
                <a:spcPts val="0"/>
              </a:spcBef>
              <a:spcAft>
                <a:spcPts val="0"/>
              </a:spcAft>
              <a:buNone/>
            </a:pPr>
            <a:r>
              <a:t/>
            </a:r>
            <a:endParaRPr sz="5000" u="sng"/>
          </a:p>
          <a:p>
            <a:pPr indent="0" lvl="0" marL="0" rtl="0" algn="ctr">
              <a:spcBef>
                <a:spcPts val="0"/>
              </a:spcBef>
              <a:spcAft>
                <a:spcPts val="0"/>
              </a:spcAft>
              <a:buNone/>
            </a:pPr>
            <a:r>
              <a:t/>
            </a:r>
            <a:endParaRPr sz="3000">
              <a:solidFill>
                <a:schemeClr val="dk1"/>
              </a:solidFill>
            </a:endParaRPr>
          </a:p>
          <a:p>
            <a:pPr indent="0" lvl="0" marL="0" rtl="0" algn="ctr">
              <a:spcBef>
                <a:spcPts val="0"/>
              </a:spcBef>
              <a:spcAft>
                <a:spcPts val="0"/>
              </a:spcAft>
              <a:buClr>
                <a:schemeClr val="dk1"/>
              </a:buClr>
              <a:buSzPts val="1100"/>
              <a:buFont typeface="Arial"/>
              <a:buNone/>
            </a:pPr>
            <a:r>
              <a:rPr lang="en" sz="2500">
                <a:solidFill>
                  <a:schemeClr val="dk1"/>
                </a:solidFill>
              </a:rPr>
              <a:t>Block diagram for computer vision model development.</a:t>
            </a:r>
            <a:endParaRPr sz="2500" u="sng"/>
          </a:p>
        </p:txBody>
      </p:sp>
      <p:sp>
        <p:nvSpPr>
          <p:cNvPr id="57" name="Google Shape;57;p13"/>
          <p:cNvSpPr/>
          <p:nvPr/>
        </p:nvSpPr>
        <p:spPr>
          <a:xfrm>
            <a:off x="15011400" y="4915275"/>
            <a:ext cx="13868400" cy="1534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 name="Google Shape;58;p13"/>
          <p:cNvSpPr/>
          <p:nvPr/>
        </p:nvSpPr>
        <p:spPr>
          <a:xfrm>
            <a:off x="15315200" y="7018425"/>
            <a:ext cx="5058900" cy="4482300"/>
          </a:xfrm>
          <a:prstGeom prst="roundRect">
            <a:avLst>
              <a:gd fmla="val 16667" name="adj"/>
            </a:avLst>
          </a:prstGeom>
          <a:solidFill>
            <a:srgbClr val="9ECE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 name="Google Shape;59;p13"/>
          <p:cNvSpPr/>
          <p:nvPr/>
        </p:nvSpPr>
        <p:spPr>
          <a:xfrm>
            <a:off x="15357975" y="6252100"/>
            <a:ext cx="11525400" cy="1098900"/>
          </a:xfrm>
          <a:prstGeom prst="flowChartAlternateProcess">
            <a:avLst/>
          </a:prstGeom>
          <a:solidFill>
            <a:srgbClr val="9ECEF7"/>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500">
                <a:solidFill>
                  <a:schemeClr val="dk1"/>
                </a:solidFill>
              </a:rPr>
              <a:t>The system starts by attaching to the pump hose and slowing down the flow in the two 180° bends, going from 4 to 6 inches. </a:t>
            </a:r>
            <a:endParaRPr sz="2500"/>
          </a:p>
        </p:txBody>
      </p:sp>
      <p:sp>
        <p:nvSpPr>
          <p:cNvPr id="60" name="Google Shape;60;p13"/>
          <p:cNvSpPr/>
          <p:nvPr/>
        </p:nvSpPr>
        <p:spPr>
          <a:xfrm>
            <a:off x="15251750" y="5223700"/>
            <a:ext cx="13457700" cy="9267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lang="en" sz="5000" u="sng"/>
              <a:t>Design Overview</a:t>
            </a:r>
            <a:endParaRPr sz="5000" u="sng"/>
          </a:p>
        </p:txBody>
      </p:sp>
      <p:sp>
        <p:nvSpPr>
          <p:cNvPr id="61" name="Google Shape;61;p13"/>
          <p:cNvSpPr/>
          <p:nvPr/>
        </p:nvSpPr>
        <p:spPr>
          <a:xfrm>
            <a:off x="29417125" y="29603450"/>
            <a:ext cx="13868400" cy="288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 name="Google Shape;62;p13"/>
          <p:cNvSpPr/>
          <p:nvPr/>
        </p:nvSpPr>
        <p:spPr>
          <a:xfrm>
            <a:off x="29417125" y="4880175"/>
            <a:ext cx="13868400" cy="2434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3"/>
          <p:cNvSpPr/>
          <p:nvPr/>
        </p:nvSpPr>
        <p:spPr>
          <a:xfrm>
            <a:off x="605675" y="4880175"/>
            <a:ext cx="13794900" cy="9139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 name="Google Shape;64;p13"/>
          <p:cNvSpPr/>
          <p:nvPr/>
        </p:nvSpPr>
        <p:spPr>
          <a:xfrm>
            <a:off x="100" y="25400"/>
            <a:ext cx="43891200" cy="4335900"/>
          </a:xfrm>
          <a:prstGeom prst="rect">
            <a:avLst/>
          </a:prstGeom>
          <a:solidFill>
            <a:srgbClr val="0787F9"/>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65" name="Google Shape;65;p13"/>
          <p:cNvSpPr txBox="1"/>
          <p:nvPr>
            <p:ph type="ctrTitle"/>
          </p:nvPr>
        </p:nvSpPr>
        <p:spPr>
          <a:xfrm>
            <a:off x="75" y="481000"/>
            <a:ext cx="43891200" cy="2304600"/>
          </a:xfrm>
          <a:prstGeom prst="rect">
            <a:avLst/>
          </a:prstGeom>
        </p:spPr>
        <p:txBody>
          <a:bodyPr anchorCtr="0" anchor="ctr" bIns="487600" lIns="487600" spcFirstLastPara="1" rIns="487600" wrap="square" tIns="487600">
            <a:normAutofit fontScale="90000"/>
          </a:bodyPr>
          <a:lstStyle/>
          <a:p>
            <a:pPr indent="0" lvl="0" marL="0" rtl="0" algn="ctr">
              <a:spcBef>
                <a:spcPts val="0"/>
              </a:spcBef>
              <a:spcAft>
                <a:spcPts val="0"/>
              </a:spcAft>
              <a:buSzPts val="891"/>
              <a:buNone/>
            </a:pPr>
            <a:r>
              <a:rPr lang="en" sz="12500">
                <a:solidFill>
                  <a:schemeClr val="lt1"/>
                </a:solidFill>
                <a:latin typeface="Times New Roman"/>
                <a:ea typeface="Times New Roman"/>
                <a:cs typeface="Times New Roman"/>
                <a:sym typeface="Times New Roman"/>
              </a:rPr>
              <a:t>Counting Little Fish For Science</a:t>
            </a:r>
            <a:endParaRPr sz="12500">
              <a:solidFill>
                <a:schemeClr val="lt1"/>
              </a:solidFill>
              <a:latin typeface="Times New Roman"/>
              <a:ea typeface="Times New Roman"/>
              <a:cs typeface="Times New Roman"/>
              <a:sym typeface="Times New Roman"/>
            </a:endParaRPr>
          </a:p>
        </p:txBody>
      </p:sp>
      <p:sp>
        <p:nvSpPr>
          <p:cNvPr id="66" name="Google Shape;66;p13"/>
          <p:cNvSpPr txBox="1"/>
          <p:nvPr/>
        </p:nvSpPr>
        <p:spPr>
          <a:xfrm>
            <a:off x="25" y="2602900"/>
            <a:ext cx="43891200" cy="2519100"/>
          </a:xfrm>
          <a:prstGeom prst="rect">
            <a:avLst/>
          </a:prstGeom>
          <a:noFill/>
          <a:ln>
            <a:noFill/>
          </a:ln>
        </p:spPr>
        <p:txBody>
          <a:bodyPr anchorCtr="0" anchor="t" bIns="91425" lIns="91425" spcFirstLastPara="1" rIns="91425" wrap="square" tIns="91425">
            <a:normAutofit/>
          </a:bodyPr>
          <a:lstStyle/>
          <a:p>
            <a:pPr indent="0" lvl="0" marL="0" rtl="0" algn="ctr">
              <a:lnSpc>
                <a:spcPct val="80000"/>
              </a:lnSpc>
              <a:spcBef>
                <a:spcPts val="0"/>
              </a:spcBef>
              <a:spcAft>
                <a:spcPts val="0"/>
              </a:spcAft>
              <a:buSzPts val="688"/>
              <a:buNone/>
            </a:pPr>
            <a:r>
              <a:rPr b="1" lang="en" sz="5000">
                <a:solidFill>
                  <a:srgbClr val="FFFF00"/>
                </a:solidFill>
                <a:latin typeface="Times New Roman"/>
                <a:ea typeface="Times New Roman"/>
                <a:cs typeface="Times New Roman"/>
                <a:sym typeface="Times New Roman"/>
              </a:rPr>
              <a:t>Team Members:</a:t>
            </a:r>
            <a:r>
              <a:rPr lang="en" sz="5000">
                <a:solidFill>
                  <a:srgbClr val="FFFF00"/>
                </a:solidFill>
                <a:latin typeface="Times New Roman"/>
                <a:ea typeface="Times New Roman"/>
                <a:cs typeface="Times New Roman"/>
                <a:sym typeface="Times New Roman"/>
              </a:rPr>
              <a:t> </a:t>
            </a:r>
            <a:r>
              <a:rPr lang="en" sz="5000">
                <a:solidFill>
                  <a:schemeClr val="lt1"/>
                </a:solidFill>
                <a:latin typeface="Times New Roman"/>
                <a:ea typeface="Times New Roman"/>
                <a:cs typeface="Times New Roman"/>
                <a:sym typeface="Times New Roman"/>
              </a:rPr>
              <a:t>Christian Ledesma Villa, Nathan Kivley, Martin Dennison, Huzaifa Neemuchwala, Eric Dong, Yusen Hu</a:t>
            </a:r>
            <a:endParaRPr sz="5000">
              <a:solidFill>
                <a:schemeClr val="lt1"/>
              </a:solidFill>
              <a:latin typeface="Times New Roman"/>
              <a:ea typeface="Times New Roman"/>
              <a:cs typeface="Times New Roman"/>
              <a:sym typeface="Times New Roman"/>
            </a:endParaRPr>
          </a:p>
          <a:p>
            <a:pPr indent="0" lvl="0" marL="0" rtl="0" algn="ctr">
              <a:lnSpc>
                <a:spcPct val="80000"/>
              </a:lnSpc>
              <a:spcBef>
                <a:spcPts val="0"/>
              </a:spcBef>
              <a:spcAft>
                <a:spcPts val="0"/>
              </a:spcAft>
              <a:buSzPts val="688"/>
              <a:buNone/>
            </a:pPr>
            <a:r>
              <a:rPr b="1" lang="en" sz="5000">
                <a:solidFill>
                  <a:srgbClr val="FFFF00"/>
                </a:solidFill>
                <a:latin typeface="Times New Roman"/>
                <a:ea typeface="Times New Roman"/>
                <a:cs typeface="Times New Roman"/>
                <a:sym typeface="Times New Roman"/>
              </a:rPr>
              <a:t>Advisor:</a:t>
            </a:r>
            <a:r>
              <a:rPr lang="en" sz="5000">
                <a:solidFill>
                  <a:schemeClr val="lt1"/>
                </a:solidFill>
                <a:latin typeface="Times New Roman"/>
                <a:ea typeface="Times New Roman"/>
                <a:cs typeface="Times New Roman"/>
                <a:sym typeface="Times New Roman"/>
              </a:rPr>
              <a:t> Professor Iman Soltani			</a:t>
            </a:r>
            <a:r>
              <a:rPr b="1" lang="en" sz="5000">
                <a:solidFill>
                  <a:srgbClr val="FFFF00"/>
                </a:solidFill>
                <a:latin typeface="Times New Roman"/>
                <a:ea typeface="Times New Roman"/>
                <a:cs typeface="Times New Roman"/>
                <a:sym typeface="Times New Roman"/>
              </a:rPr>
              <a:t>TA:</a:t>
            </a:r>
            <a:r>
              <a:rPr lang="en" sz="5000">
                <a:solidFill>
                  <a:schemeClr val="lt1"/>
                </a:solidFill>
                <a:latin typeface="Times New Roman"/>
                <a:ea typeface="Times New Roman"/>
                <a:cs typeface="Times New Roman"/>
                <a:sym typeface="Times New Roman"/>
              </a:rPr>
              <a:t> Ziba Fazel</a:t>
            </a:r>
            <a:endParaRPr sz="5000">
              <a:solidFill>
                <a:schemeClr val="lt1"/>
              </a:solidFill>
              <a:latin typeface="Times New Roman"/>
              <a:ea typeface="Times New Roman"/>
              <a:cs typeface="Times New Roman"/>
              <a:sym typeface="Times New Roman"/>
            </a:endParaRPr>
          </a:p>
        </p:txBody>
      </p:sp>
      <p:sp>
        <p:nvSpPr>
          <p:cNvPr id="67" name="Google Shape;67;p13"/>
          <p:cNvSpPr txBox="1"/>
          <p:nvPr>
            <p:ph idx="12" type="sldNum"/>
          </p:nvPr>
        </p:nvSpPr>
        <p:spPr>
          <a:xfrm>
            <a:off x="41840400" y="0"/>
            <a:ext cx="2050800" cy="2047200"/>
          </a:xfrm>
          <a:prstGeom prst="rect">
            <a:avLst/>
          </a:prstGeom>
        </p:spPr>
        <p:txBody>
          <a:bodyPr anchorCtr="0" anchor="ctr" bIns="487600" lIns="487600" spcFirstLastPara="1" rIns="487600" wrap="square" tIns="487600">
            <a:normAutofit fontScale="92500"/>
          </a:bodyPr>
          <a:lstStyle/>
          <a:p>
            <a:pPr indent="0" lvl="0" marL="0" rtl="0" algn="r">
              <a:spcBef>
                <a:spcPts val="0"/>
              </a:spcBef>
              <a:spcAft>
                <a:spcPts val="0"/>
              </a:spcAft>
              <a:buNone/>
            </a:pPr>
            <a:r>
              <a:rPr lang="en">
                <a:solidFill>
                  <a:schemeClr val="lt1"/>
                </a:solidFill>
              </a:rPr>
              <a:t>0</a:t>
            </a:r>
            <a:fld id="{00000000-1234-1234-1234-123412341234}" type="slidenum">
              <a:rPr lang="en">
                <a:solidFill>
                  <a:schemeClr val="lt1"/>
                </a:solidFill>
              </a:rPr>
              <a:t>‹#›</a:t>
            </a:fld>
            <a:r>
              <a:rPr lang="en">
                <a:solidFill>
                  <a:schemeClr val="lt1"/>
                </a:solidFill>
              </a:rPr>
              <a:t>6</a:t>
            </a:r>
            <a:endParaRPr>
              <a:solidFill>
                <a:schemeClr val="lt1"/>
              </a:solidFill>
            </a:endParaRPr>
          </a:p>
        </p:txBody>
      </p:sp>
      <p:sp>
        <p:nvSpPr>
          <p:cNvPr id="68" name="Google Shape;68;p13"/>
          <p:cNvSpPr/>
          <p:nvPr/>
        </p:nvSpPr>
        <p:spPr>
          <a:xfrm>
            <a:off x="872975" y="5223700"/>
            <a:ext cx="13186800" cy="8418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lang="en" sz="5000" u="sng"/>
              <a:t>Introduction</a:t>
            </a:r>
            <a:endParaRPr sz="5000" u="sng"/>
          </a:p>
          <a:p>
            <a:pPr indent="0" lvl="0" marL="0" rtl="0" algn="l">
              <a:spcBef>
                <a:spcPts val="0"/>
              </a:spcBef>
              <a:spcAft>
                <a:spcPts val="0"/>
              </a:spcAft>
              <a:buNone/>
            </a:pPr>
            <a:r>
              <a:rPr lang="en" sz="2500"/>
              <a:t>The delta smelt is an endangered species only found in the San Francisco Estuary. They are indicator species and represents the </a:t>
            </a:r>
            <a:r>
              <a:rPr lang="en" sz="2500"/>
              <a:t>overall</a:t>
            </a:r>
            <a:r>
              <a:rPr lang="en" sz="2500"/>
              <a:t> health of the ecosystem. Its declining population signals a deep crisis for the entire ecosystem. While the Fish Conservation and Culture Lab is working tirelessly to protect them, their research is bottlenecked by a highly labor-intensive process: counting the fish by hand. Our device solves this problem. By automating the counting process, it drastically reduces labor time, improves accuracy, and boosts operational efficiency—ultimately accelerating critical research to save the delta smelt. </a:t>
            </a:r>
            <a:endParaRPr sz="2500"/>
          </a:p>
        </p:txBody>
      </p:sp>
      <p:sp>
        <p:nvSpPr>
          <p:cNvPr id="69" name="Google Shape;69;p13"/>
          <p:cNvSpPr/>
          <p:nvPr/>
        </p:nvSpPr>
        <p:spPr>
          <a:xfrm>
            <a:off x="872925" y="14578925"/>
            <a:ext cx="13186800" cy="11737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lang="en" sz="5000" u="sng"/>
              <a:t>How It Works</a:t>
            </a:r>
            <a:endParaRPr sz="5000" u="sng"/>
          </a:p>
          <a:p>
            <a:pPr indent="0" lvl="0" marL="0" rtl="0" algn="ctr">
              <a:lnSpc>
                <a:spcPct val="150000"/>
              </a:lnSpc>
              <a:spcBef>
                <a:spcPts val="0"/>
              </a:spcBef>
              <a:spcAft>
                <a:spcPts val="0"/>
              </a:spcAft>
              <a:buNone/>
            </a:pPr>
            <a:r>
              <a:t/>
            </a:r>
            <a:endParaRPr sz="1700" u="sng"/>
          </a:p>
          <a:p>
            <a:pPr indent="0" lvl="0" marL="0" rtl="0" algn="l">
              <a:spcBef>
                <a:spcPts val="0"/>
              </a:spcBef>
              <a:spcAft>
                <a:spcPts val="0"/>
              </a:spcAft>
              <a:buNone/>
            </a:pPr>
            <a:r>
              <a:rPr lang="en" sz="2500"/>
              <a:t>A fish pump is used to transfer the fish from their enclosure to the fish counter transfer unit. The pump outputs a flow too fast for the camera to capture and count the fish. To solve this problem, two 180° bends with a wider diameter is attached to the input of the transfer unit to slow down the speed of the flow. After slowing the water down, the fishes are separated into lanes which makes them easier for the camera to count. Once counted the fishes exit from a hole at the end of the counter and into a large box which will be used to transport them back to their natural habitat. </a:t>
            </a:r>
            <a:endParaRPr sz="2500"/>
          </a:p>
        </p:txBody>
      </p:sp>
      <p:sp>
        <p:nvSpPr>
          <p:cNvPr id="70" name="Google Shape;70;p13"/>
          <p:cNvSpPr/>
          <p:nvPr/>
        </p:nvSpPr>
        <p:spPr>
          <a:xfrm>
            <a:off x="29769475" y="29825272"/>
            <a:ext cx="13186800" cy="2519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3300"/>
              <a:t>Acknowledgements</a:t>
            </a:r>
            <a:r>
              <a:rPr lang="en" sz="3000"/>
              <a:t>:</a:t>
            </a:r>
            <a:endParaRPr sz="3000"/>
          </a:p>
          <a:p>
            <a:pPr indent="0" lvl="0" marL="0" rtl="0" algn="l">
              <a:spcBef>
                <a:spcPts val="0"/>
              </a:spcBef>
              <a:spcAft>
                <a:spcPts val="0"/>
              </a:spcAft>
              <a:buNone/>
            </a:pPr>
            <a:r>
              <a:rPr lang="en" sz="2500"/>
              <a:t>We would like to thank Professor Soltani and Ziba Fazel for their guidance throughout this project, but we would also like to thank Dennis Cochorell, TIffany Huynh, Jack Gunst, Florian Mauduit, and Chad Justice for their continued support in every way. </a:t>
            </a:r>
            <a:endParaRPr sz="2500"/>
          </a:p>
        </p:txBody>
      </p:sp>
      <p:pic>
        <p:nvPicPr>
          <p:cNvPr id="71" name="Google Shape;71;p13"/>
          <p:cNvPicPr preferRelativeResize="0"/>
          <p:nvPr/>
        </p:nvPicPr>
        <p:blipFill rotWithShape="1">
          <a:blip r:embed="rId3">
            <a:alphaModFix/>
          </a:blip>
          <a:srcRect b="36725" l="31987" r="16437" t="40120"/>
          <a:stretch/>
        </p:blipFill>
        <p:spPr>
          <a:xfrm>
            <a:off x="532125" y="346875"/>
            <a:ext cx="7261753" cy="2519101"/>
          </a:xfrm>
          <a:prstGeom prst="rect">
            <a:avLst/>
          </a:prstGeom>
          <a:noFill/>
          <a:ln>
            <a:noFill/>
          </a:ln>
        </p:spPr>
      </p:pic>
      <p:pic>
        <p:nvPicPr>
          <p:cNvPr id="72" name="Google Shape;72;p13"/>
          <p:cNvPicPr preferRelativeResize="0"/>
          <p:nvPr/>
        </p:nvPicPr>
        <p:blipFill rotWithShape="1">
          <a:blip r:embed="rId4">
            <a:alphaModFix/>
          </a:blip>
          <a:srcRect b="36379" l="0" r="0" t="0"/>
          <a:stretch/>
        </p:blipFill>
        <p:spPr>
          <a:xfrm>
            <a:off x="2365125" y="9594483"/>
            <a:ext cx="10242750" cy="3490500"/>
          </a:xfrm>
          <a:prstGeom prst="rect">
            <a:avLst/>
          </a:prstGeom>
          <a:noFill/>
          <a:ln>
            <a:noFill/>
          </a:ln>
        </p:spPr>
      </p:pic>
      <p:sp>
        <p:nvSpPr>
          <p:cNvPr id="73" name="Google Shape;73;p13"/>
          <p:cNvSpPr/>
          <p:nvPr/>
        </p:nvSpPr>
        <p:spPr>
          <a:xfrm>
            <a:off x="29757925" y="5223700"/>
            <a:ext cx="13186800" cy="23513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lang="en" sz="5000" u="sng"/>
              <a:t>Manufacturing</a:t>
            </a:r>
            <a:endParaRPr sz="5000" u="sng"/>
          </a:p>
          <a:p>
            <a:pPr indent="0" lvl="0" marL="0" rtl="0" algn="l">
              <a:spcBef>
                <a:spcPts val="0"/>
              </a:spcBef>
              <a:spcAft>
                <a:spcPts val="0"/>
              </a:spcAft>
              <a:buNone/>
            </a:pPr>
            <a:r>
              <a:rPr lang="en" sz="2500"/>
              <a:t>Materials: </a:t>
            </a:r>
            <a:endParaRPr sz="2500"/>
          </a:p>
          <a:p>
            <a:pPr indent="0" lvl="0" marL="0" rtl="0" algn="l">
              <a:spcBef>
                <a:spcPts val="0"/>
              </a:spcBef>
              <a:spcAft>
                <a:spcPts val="0"/>
              </a:spcAft>
              <a:buNone/>
            </a:pPr>
            <a:r>
              <a:rPr lang="en" sz="2500">
                <a:solidFill>
                  <a:srgbClr val="FF0000"/>
                </a:solidFill>
              </a:rPr>
              <a:t>PVC</a:t>
            </a:r>
            <a:r>
              <a:rPr lang="en" sz="2500"/>
              <a:t> - Fish safe and won’t </a:t>
            </a:r>
            <a:r>
              <a:rPr lang="en" sz="2500"/>
              <a:t>leach</a:t>
            </a:r>
            <a:r>
              <a:rPr lang="en" sz="2500"/>
              <a:t> harmful </a:t>
            </a:r>
            <a:r>
              <a:rPr lang="en" sz="2500"/>
              <a:t>chemicals</a:t>
            </a:r>
            <a:r>
              <a:rPr lang="en" sz="2500"/>
              <a:t> into the water. Material ordered in sheets and cut down using manufacturing tools such as the drill press, bandsaw, jigsaw, and grinder. PVC was put together utilizing PVC primer and cement as it is fish safe and can hold our system together.  </a:t>
            </a:r>
            <a:endParaRPr sz="2500"/>
          </a:p>
          <a:p>
            <a:pPr indent="0" lvl="0" marL="0" rtl="0" algn="l">
              <a:spcBef>
                <a:spcPts val="0"/>
              </a:spcBef>
              <a:spcAft>
                <a:spcPts val="0"/>
              </a:spcAft>
              <a:buNone/>
            </a:pPr>
            <a:r>
              <a:rPr lang="en" sz="2500">
                <a:solidFill>
                  <a:srgbClr val="6AA84F"/>
                </a:solidFill>
              </a:rPr>
              <a:t>P</a:t>
            </a:r>
            <a:r>
              <a:rPr lang="en" sz="2500">
                <a:solidFill>
                  <a:srgbClr val="6AA84F"/>
                </a:solidFill>
              </a:rPr>
              <a:t>olythene </a:t>
            </a:r>
            <a:r>
              <a:rPr lang="en" sz="2500">
                <a:solidFill>
                  <a:schemeClr val="dk1"/>
                </a:solidFill>
              </a:rPr>
              <a:t>- Material used in corrugated pipes. Corrugated pipes are ideal for transporting liquids and the fish. The grooves allow the fish to safely travel through water without hitting any material. Cut using a bandsaw and attached with a interference fit onto cut pipes. </a:t>
            </a:r>
            <a:endParaRPr sz="2500">
              <a:solidFill>
                <a:schemeClr val="dk1"/>
              </a:solidFill>
            </a:endParaRPr>
          </a:p>
          <a:p>
            <a:pPr indent="0" lvl="0" marL="0" rtl="0" algn="l">
              <a:spcBef>
                <a:spcPts val="0"/>
              </a:spcBef>
              <a:spcAft>
                <a:spcPts val="0"/>
              </a:spcAft>
              <a:buNone/>
            </a:pPr>
            <a:r>
              <a:rPr lang="en" sz="2500">
                <a:solidFill>
                  <a:srgbClr val="0000FF"/>
                </a:solidFill>
              </a:rPr>
              <a:t>PLA </a:t>
            </a:r>
            <a:r>
              <a:rPr lang="en" sz="2500"/>
              <a:t>- Easy to manufacture complicated parts. Utilized the ESDC 3D printers to print sections such as the 5 lanes in the transfer unit. </a:t>
            </a:r>
            <a:endParaRPr sz="2500"/>
          </a:p>
          <a:p>
            <a:pPr indent="0" lvl="0" marL="0" rtl="0" algn="l">
              <a:spcBef>
                <a:spcPts val="0"/>
              </a:spcBef>
              <a:spcAft>
                <a:spcPts val="0"/>
              </a:spcAft>
              <a:buNone/>
            </a:pPr>
            <a:r>
              <a:rPr lang="en" sz="2500">
                <a:solidFill>
                  <a:srgbClr val="9900FF"/>
                </a:solidFill>
              </a:rPr>
              <a:t>Steel</a:t>
            </a:r>
            <a:r>
              <a:rPr lang="en" sz="2500"/>
              <a:t> - Used in brackets to hold parts together. Ordered online and put onto the system via the drill press and power drill. </a:t>
            </a:r>
            <a:endParaRPr sz="2500"/>
          </a:p>
          <a:p>
            <a:pPr indent="0" lvl="0" marL="0" rtl="0" algn="l">
              <a:spcBef>
                <a:spcPts val="0"/>
              </a:spcBef>
              <a:spcAft>
                <a:spcPts val="0"/>
              </a:spcAft>
              <a:buNone/>
            </a:pPr>
            <a:r>
              <a:t/>
            </a:r>
            <a:endParaRPr sz="4000"/>
          </a:p>
        </p:txBody>
      </p:sp>
      <p:sp>
        <p:nvSpPr>
          <p:cNvPr id="74" name="Google Shape;74;p13"/>
          <p:cNvSpPr txBox="1"/>
          <p:nvPr/>
        </p:nvSpPr>
        <p:spPr>
          <a:xfrm>
            <a:off x="31597600" y="25323800"/>
            <a:ext cx="8915400" cy="8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000">
              <a:solidFill>
                <a:schemeClr val="dk2"/>
              </a:solidFill>
            </a:endParaRPr>
          </a:p>
        </p:txBody>
      </p:sp>
      <p:grpSp>
        <p:nvGrpSpPr>
          <p:cNvPr id="75" name="Google Shape;75;p13"/>
          <p:cNvGrpSpPr/>
          <p:nvPr/>
        </p:nvGrpSpPr>
        <p:grpSpPr>
          <a:xfrm>
            <a:off x="31097549" y="11112500"/>
            <a:ext cx="9950040" cy="9069926"/>
            <a:chOff x="31097549" y="11112500"/>
            <a:chExt cx="9950040" cy="9069926"/>
          </a:xfrm>
        </p:grpSpPr>
        <p:pic>
          <p:nvPicPr>
            <p:cNvPr id="76" name="Google Shape;76;p13"/>
            <p:cNvPicPr preferRelativeResize="0"/>
            <p:nvPr/>
          </p:nvPicPr>
          <p:blipFill>
            <a:blip r:embed="rId5">
              <a:alphaModFix/>
            </a:blip>
            <a:stretch>
              <a:fillRect/>
            </a:stretch>
          </p:blipFill>
          <p:spPr>
            <a:xfrm>
              <a:off x="31097549" y="11378025"/>
              <a:ext cx="9950040" cy="8804401"/>
            </a:xfrm>
            <a:prstGeom prst="rect">
              <a:avLst/>
            </a:prstGeom>
            <a:noFill/>
            <a:ln>
              <a:noFill/>
            </a:ln>
          </p:spPr>
        </p:pic>
        <p:cxnSp>
          <p:nvCxnSpPr>
            <p:cNvPr id="77" name="Google Shape;77;p13"/>
            <p:cNvCxnSpPr/>
            <p:nvPr/>
          </p:nvCxnSpPr>
          <p:spPr>
            <a:xfrm flipH="1">
              <a:off x="35564025" y="11112500"/>
              <a:ext cx="1767300" cy="1040100"/>
            </a:xfrm>
            <a:prstGeom prst="straightConnector1">
              <a:avLst/>
            </a:prstGeom>
            <a:noFill/>
            <a:ln cap="flat" cmpd="sng" w="114300">
              <a:solidFill>
                <a:srgbClr val="FF0000"/>
              </a:solidFill>
              <a:prstDash val="solid"/>
              <a:round/>
              <a:headEnd len="med" w="med" type="none"/>
              <a:tailEnd len="med" w="med" type="triangle"/>
            </a:ln>
          </p:spPr>
        </p:cxnSp>
        <p:cxnSp>
          <p:nvCxnSpPr>
            <p:cNvPr id="78" name="Google Shape;78;p13"/>
            <p:cNvCxnSpPr/>
            <p:nvPr/>
          </p:nvCxnSpPr>
          <p:spPr>
            <a:xfrm flipH="1" rot="10800000">
              <a:off x="31844300" y="16417425"/>
              <a:ext cx="2084700" cy="1890600"/>
            </a:xfrm>
            <a:prstGeom prst="straightConnector1">
              <a:avLst/>
            </a:prstGeom>
            <a:noFill/>
            <a:ln cap="flat" cmpd="sng" w="114300">
              <a:solidFill>
                <a:srgbClr val="FF0000"/>
              </a:solidFill>
              <a:prstDash val="solid"/>
              <a:round/>
              <a:headEnd len="med" w="med" type="none"/>
              <a:tailEnd len="med" w="med" type="triangle"/>
            </a:ln>
          </p:spPr>
        </p:cxnSp>
        <p:cxnSp>
          <p:nvCxnSpPr>
            <p:cNvPr id="79" name="Google Shape;79;p13"/>
            <p:cNvCxnSpPr/>
            <p:nvPr/>
          </p:nvCxnSpPr>
          <p:spPr>
            <a:xfrm flipH="1">
              <a:off x="38133625" y="15798775"/>
              <a:ext cx="1066500" cy="1842300"/>
            </a:xfrm>
            <a:prstGeom prst="straightConnector1">
              <a:avLst/>
            </a:prstGeom>
            <a:noFill/>
            <a:ln cap="flat" cmpd="sng" w="114300">
              <a:solidFill>
                <a:srgbClr val="FF0000"/>
              </a:solidFill>
              <a:prstDash val="solid"/>
              <a:round/>
              <a:headEnd len="med" w="med" type="none"/>
              <a:tailEnd len="med" w="med" type="triangle"/>
            </a:ln>
          </p:spPr>
        </p:cxnSp>
        <p:cxnSp>
          <p:nvCxnSpPr>
            <p:cNvPr id="80" name="Google Shape;80;p13"/>
            <p:cNvCxnSpPr/>
            <p:nvPr/>
          </p:nvCxnSpPr>
          <p:spPr>
            <a:xfrm flipH="1">
              <a:off x="37350700" y="14123775"/>
              <a:ext cx="581700" cy="2811900"/>
            </a:xfrm>
            <a:prstGeom prst="straightConnector1">
              <a:avLst/>
            </a:prstGeom>
            <a:noFill/>
            <a:ln cap="flat" cmpd="sng" w="114300">
              <a:solidFill>
                <a:srgbClr val="0000FF"/>
              </a:solidFill>
              <a:prstDash val="solid"/>
              <a:round/>
              <a:headEnd len="med" w="med" type="none"/>
              <a:tailEnd len="med" w="med" type="triangle"/>
            </a:ln>
          </p:spPr>
        </p:cxnSp>
        <p:cxnSp>
          <p:nvCxnSpPr>
            <p:cNvPr id="81" name="Google Shape;81;p13"/>
            <p:cNvCxnSpPr/>
            <p:nvPr/>
          </p:nvCxnSpPr>
          <p:spPr>
            <a:xfrm flipH="1">
              <a:off x="35903425" y="13641688"/>
              <a:ext cx="2230200" cy="1551300"/>
            </a:xfrm>
            <a:prstGeom prst="straightConnector1">
              <a:avLst/>
            </a:prstGeom>
            <a:noFill/>
            <a:ln cap="flat" cmpd="sng" w="114300">
              <a:solidFill>
                <a:srgbClr val="9900FF"/>
              </a:solidFill>
              <a:prstDash val="solid"/>
              <a:round/>
              <a:headEnd len="med" w="med" type="none"/>
              <a:tailEnd len="med" w="med" type="triangle"/>
            </a:ln>
          </p:spPr>
        </p:cxnSp>
      </p:grpSp>
      <p:grpSp>
        <p:nvGrpSpPr>
          <p:cNvPr id="82" name="Google Shape;82;p13"/>
          <p:cNvGrpSpPr/>
          <p:nvPr/>
        </p:nvGrpSpPr>
        <p:grpSpPr>
          <a:xfrm>
            <a:off x="30673675" y="20718137"/>
            <a:ext cx="11378400" cy="7621175"/>
            <a:chOff x="30491725" y="20347775"/>
            <a:chExt cx="11378400" cy="7621175"/>
          </a:xfrm>
        </p:grpSpPr>
        <p:pic>
          <p:nvPicPr>
            <p:cNvPr id="83" name="Google Shape;83;p13"/>
            <p:cNvPicPr preferRelativeResize="0"/>
            <p:nvPr/>
          </p:nvPicPr>
          <p:blipFill>
            <a:blip r:embed="rId6">
              <a:alphaModFix/>
            </a:blip>
            <a:stretch>
              <a:fillRect/>
            </a:stretch>
          </p:blipFill>
          <p:spPr>
            <a:xfrm>
              <a:off x="30491725" y="20347775"/>
              <a:ext cx="11378400" cy="7171113"/>
            </a:xfrm>
            <a:prstGeom prst="rect">
              <a:avLst/>
            </a:prstGeom>
            <a:noFill/>
            <a:ln>
              <a:noFill/>
            </a:ln>
          </p:spPr>
        </p:pic>
        <p:cxnSp>
          <p:nvCxnSpPr>
            <p:cNvPr id="84" name="Google Shape;84;p13"/>
            <p:cNvCxnSpPr/>
            <p:nvPr/>
          </p:nvCxnSpPr>
          <p:spPr>
            <a:xfrm rot="10800000">
              <a:off x="39479375" y="26171025"/>
              <a:ext cx="1987800" cy="824100"/>
            </a:xfrm>
            <a:prstGeom prst="straightConnector1">
              <a:avLst/>
            </a:prstGeom>
            <a:noFill/>
            <a:ln cap="flat" cmpd="sng" w="114300">
              <a:solidFill>
                <a:srgbClr val="FF0000"/>
              </a:solidFill>
              <a:prstDash val="solid"/>
              <a:round/>
              <a:headEnd len="med" w="med" type="none"/>
              <a:tailEnd len="med" w="med" type="triangle"/>
            </a:ln>
          </p:spPr>
        </p:cxnSp>
        <p:cxnSp>
          <p:nvCxnSpPr>
            <p:cNvPr id="85" name="Google Shape;85;p13"/>
            <p:cNvCxnSpPr/>
            <p:nvPr/>
          </p:nvCxnSpPr>
          <p:spPr>
            <a:xfrm flipH="1" rot="10800000">
              <a:off x="32692150" y="26316475"/>
              <a:ext cx="3345300" cy="824100"/>
            </a:xfrm>
            <a:prstGeom prst="straightConnector1">
              <a:avLst/>
            </a:prstGeom>
            <a:noFill/>
            <a:ln cap="flat" cmpd="sng" w="114300">
              <a:solidFill>
                <a:srgbClr val="0000FF"/>
              </a:solidFill>
              <a:prstDash val="solid"/>
              <a:round/>
              <a:headEnd len="med" w="med" type="none"/>
              <a:tailEnd len="med" w="med" type="triangle"/>
            </a:ln>
          </p:spPr>
        </p:cxnSp>
        <p:cxnSp>
          <p:nvCxnSpPr>
            <p:cNvPr id="86" name="Google Shape;86;p13"/>
            <p:cNvCxnSpPr/>
            <p:nvPr/>
          </p:nvCxnSpPr>
          <p:spPr>
            <a:xfrm>
              <a:off x="31722550" y="23012175"/>
              <a:ext cx="4411800" cy="1842300"/>
            </a:xfrm>
            <a:prstGeom prst="straightConnector1">
              <a:avLst/>
            </a:prstGeom>
            <a:noFill/>
            <a:ln cap="flat" cmpd="sng" w="114300">
              <a:solidFill>
                <a:srgbClr val="6AA84F"/>
              </a:solidFill>
              <a:prstDash val="solid"/>
              <a:round/>
              <a:headEnd len="med" w="med" type="none"/>
              <a:tailEnd len="med" w="med" type="triangle"/>
            </a:ln>
          </p:spPr>
        </p:cxnSp>
        <p:cxnSp>
          <p:nvCxnSpPr>
            <p:cNvPr id="87" name="Google Shape;87;p13"/>
            <p:cNvCxnSpPr/>
            <p:nvPr/>
          </p:nvCxnSpPr>
          <p:spPr>
            <a:xfrm flipH="1" rot="10800000">
              <a:off x="36351325" y="27156850"/>
              <a:ext cx="946500" cy="812100"/>
            </a:xfrm>
            <a:prstGeom prst="straightConnector1">
              <a:avLst/>
            </a:prstGeom>
            <a:noFill/>
            <a:ln cap="flat" cmpd="sng" w="114300">
              <a:solidFill>
                <a:srgbClr val="0000FF"/>
              </a:solidFill>
              <a:prstDash val="solid"/>
              <a:round/>
              <a:headEnd len="med" w="med" type="none"/>
              <a:tailEnd len="med" w="med" type="triangle"/>
            </a:ln>
          </p:spPr>
        </p:cxnSp>
        <p:cxnSp>
          <p:nvCxnSpPr>
            <p:cNvPr id="88" name="Google Shape;88;p13"/>
            <p:cNvCxnSpPr/>
            <p:nvPr/>
          </p:nvCxnSpPr>
          <p:spPr>
            <a:xfrm flipH="1" rot="10800000">
              <a:off x="30491725" y="24338575"/>
              <a:ext cx="1053900" cy="2107800"/>
            </a:xfrm>
            <a:prstGeom prst="straightConnector1">
              <a:avLst/>
            </a:prstGeom>
            <a:noFill/>
            <a:ln cap="flat" cmpd="sng" w="114300">
              <a:solidFill>
                <a:srgbClr val="9900FF"/>
              </a:solidFill>
              <a:prstDash val="solid"/>
              <a:round/>
              <a:headEnd len="med" w="med" type="none"/>
              <a:tailEnd len="med" w="med" type="triangle"/>
            </a:ln>
          </p:spPr>
        </p:cxnSp>
      </p:grpSp>
      <p:sp>
        <p:nvSpPr>
          <p:cNvPr id="89" name="Google Shape;89;p13"/>
          <p:cNvSpPr/>
          <p:nvPr/>
        </p:nvSpPr>
        <p:spPr>
          <a:xfrm>
            <a:off x="532125" y="26995125"/>
            <a:ext cx="13868400" cy="548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3"/>
          <p:cNvSpPr/>
          <p:nvPr/>
        </p:nvSpPr>
        <p:spPr>
          <a:xfrm>
            <a:off x="872925" y="27354500"/>
            <a:ext cx="13186800" cy="47052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lang="en" sz="5000" u="sng"/>
              <a:t>Future Improvements</a:t>
            </a:r>
            <a:endParaRPr sz="5000" u="sng"/>
          </a:p>
          <a:p>
            <a:pPr indent="0" lvl="0" marL="0" rtl="0" algn="l">
              <a:lnSpc>
                <a:spcPct val="150000"/>
              </a:lnSpc>
              <a:spcBef>
                <a:spcPts val="0"/>
              </a:spcBef>
              <a:spcAft>
                <a:spcPts val="0"/>
              </a:spcAft>
              <a:buNone/>
            </a:pPr>
            <a:r>
              <a:t/>
            </a:r>
            <a:endParaRPr sz="1000" u="sng"/>
          </a:p>
          <a:p>
            <a:pPr indent="0" lvl="0" marL="0" rtl="0" algn="l">
              <a:lnSpc>
                <a:spcPct val="100000"/>
              </a:lnSpc>
              <a:spcBef>
                <a:spcPts val="0"/>
              </a:spcBef>
              <a:spcAft>
                <a:spcPts val="0"/>
              </a:spcAft>
              <a:buNone/>
            </a:pPr>
            <a:r>
              <a:rPr lang="en" sz="2500"/>
              <a:t>Future improvements would be get the model trained on more and more runs of the fish in order to improve the accuracy of the computer vision. </a:t>
            </a:r>
            <a:endParaRPr sz="2500"/>
          </a:p>
          <a:p>
            <a:pPr indent="0" lvl="0" marL="0" rtl="0" algn="l">
              <a:lnSpc>
                <a:spcPct val="100000"/>
              </a:lnSpc>
              <a:spcBef>
                <a:spcPts val="0"/>
              </a:spcBef>
              <a:spcAft>
                <a:spcPts val="0"/>
              </a:spcAft>
              <a:buNone/>
            </a:pPr>
            <a:r>
              <a:rPr lang="en" sz="2500"/>
              <a:t>The </a:t>
            </a:r>
            <a:r>
              <a:rPr lang="en" sz="2500"/>
              <a:t>current system is over 125 pounds and lacks a way to pick it up without putting too much force on the hinges. So, making it lighter in weight with a material change of polypropylene would make the weight ~85 pounds and would allow for changes to be made for ease of use and handling. Another improvement would be to find another way to decrease water velocity of the pump. The two 180 degree bends take up a lot of space an are difficult to assemble together.</a:t>
            </a:r>
            <a:endParaRPr sz="2500"/>
          </a:p>
          <a:p>
            <a:pPr indent="0" lvl="0" marL="0" rtl="0" algn="l">
              <a:lnSpc>
                <a:spcPct val="100000"/>
              </a:lnSpc>
              <a:spcBef>
                <a:spcPts val="0"/>
              </a:spcBef>
              <a:spcAft>
                <a:spcPts val="0"/>
              </a:spcAft>
              <a:buNone/>
            </a:pPr>
            <a:r>
              <a:t/>
            </a:r>
            <a:endParaRPr sz="3000"/>
          </a:p>
        </p:txBody>
      </p:sp>
      <p:grpSp>
        <p:nvGrpSpPr>
          <p:cNvPr id="91" name="Google Shape;91;p13"/>
          <p:cNvGrpSpPr/>
          <p:nvPr/>
        </p:nvGrpSpPr>
        <p:grpSpPr>
          <a:xfrm>
            <a:off x="15481470" y="7315113"/>
            <a:ext cx="4726370" cy="3776095"/>
            <a:chOff x="15357983" y="7932025"/>
            <a:chExt cx="4726370" cy="3776095"/>
          </a:xfrm>
        </p:grpSpPr>
        <p:pic>
          <p:nvPicPr>
            <p:cNvPr id="92" name="Google Shape;92;p13"/>
            <p:cNvPicPr preferRelativeResize="0"/>
            <p:nvPr/>
          </p:nvPicPr>
          <p:blipFill>
            <a:blip r:embed="rId7">
              <a:alphaModFix/>
            </a:blip>
            <a:stretch>
              <a:fillRect/>
            </a:stretch>
          </p:blipFill>
          <p:spPr>
            <a:xfrm>
              <a:off x="15357983" y="8217620"/>
              <a:ext cx="4726370" cy="3490500"/>
            </a:xfrm>
            <a:prstGeom prst="rect">
              <a:avLst/>
            </a:prstGeom>
            <a:noFill/>
            <a:ln>
              <a:noFill/>
            </a:ln>
          </p:spPr>
        </p:pic>
        <p:cxnSp>
          <p:nvCxnSpPr>
            <p:cNvPr id="93" name="Google Shape;93;p13"/>
            <p:cNvCxnSpPr/>
            <p:nvPr/>
          </p:nvCxnSpPr>
          <p:spPr>
            <a:xfrm>
              <a:off x="15962575" y="7932025"/>
              <a:ext cx="1658700" cy="410700"/>
            </a:xfrm>
            <a:prstGeom prst="straightConnector1">
              <a:avLst/>
            </a:prstGeom>
            <a:noFill/>
            <a:ln cap="flat" cmpd="sng" w="114300">
              <a:solidFill>
                <a:srgbClr val="0787F9"/>
              </a:solidFill>
              <a:prstDash val="solid"/>
              <a:round/>
              <a:headEnd len="med" w="med" type="none"/>
              <a:tailEnd len="med" w="med" type="triangle"/>
            </a:ln>
          </p:spPr>
        </p:cxnSp>
        <p:cxnSp>
          <p:nvCxnSpPr>
            <p:cNvPr id="94" name="Google Shape;94;p13"/>
            <p:cNvCxnSpPr/>
            <p:nvPr/>
          </p:nvCxnSpPr>
          <p:spPr>
            <a:xfrm>
              <a:off x="17428775" y="11064100"/>
              <a:ext cx="1658700" cy="410700"/>
            </a:xfrm>
            <a:prstGeom prst="straightConnector1">
              <a:avLst/>
            </a:prstGeom>
            <a:noFill/>
            <a:ln cap="flat" cmpd="sng" w="114300">
              <a:solidFill>
                <a:srgbClr val="0787F9"/>
              </a:solidFill>
              <a:prstDash val="solid"/>
              <a:round/>
              <a:headEnd len="med" w="med" type="none"/>
              <a:tailEnd len="med" w="med" type="triangle"/>
            </a:ln>
          </p:spPr>
        </p:cxnSp>
      </p:grpSp>
      <p:sp>
        <p:nvSpPr>
          <p:cNvPr id="95" name="Google Shape;95;p13"/>
          <p:cNvSpPr/>
          <p:nvPr/>
        </p:nvSpPr>
        <p:spPr>
          <a:xfrm>
            <a:off x="21991550" y="7958575"/>
            <a:ext cx="5833500" cy="4482300"/>
          </a:xfrm>
          <a:prstGeom prst="roundRect">
            <a:avLst>
              <a:gd fmla="val 16667" name="adj"/>
            </a:avLst>
          </a:prstGeom>
          <a:solidFill>
            <a:srgbClr val="9ECE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6" name="Google Shape;96;p13"/>
          <p:cNvPicPr preferRelativeResize="0"/>
          <p:nvPr/>
        </p:nvPicPr>
        <p:blipFill>
          <a:blip r:embed="rId8">
            <a:alphaModFix/>
          </a:blip>
          <a:stretch>
            <a:fillRect/>
          </a:stretch>
        </p:blipFill>
        <p:spPr>
          <a:xfrm>
            <a:off x="22254312" y="8298665"/>
            <a:ext cx="5282599" cy="3800085"/>
          </a:xfrm>
          <a:prstGeom prst="rect">
            <a:avLst/>
          </a:prstGeom>
          <a:noFill/>
          <a:ln>
            <a:noFill/>
          </a:ln>
        </p:spPr>
      </p:pic>
      <p:cxnSp>
        <p:nvCxnSpPr>
          <p:cNvPr id="97" name="Google Shape;97;p13"/>
          <p:cNvCxnSpPr/>
          <p:nvPr/>
        </p:nvCxnSpPr>
        <p:spPr>
          <a:xfrm>
            <a:off x="25080663" y="11298463"/>
            <a:ext cx="588000" cy="974100"/>
          </a:xfrm>
          <a:prstGeom prst="straightConnector1">
            <a:avLst/>
          </a:prstGeom>
          <a:noFill/>
          <a:ln cap="flat" cmpd="sng" w="76200">
            <a:solidFill>
              <a:srgbClr val="0787F9"/>
            </a:solidFill>
            <a:prstDash val="solid"/>
            <a:round/>
            <a:headEnd len="med" w="med" type="none"/>
            <a:tailEnd len="med" w="med" type="triangle"/>
          </a:ln>
        </p:spPr>
      </p:cxnSp>
      <p:cxnSp>
        <p:nvCxnSpPr>
          <p:cNvPr id="98" name="Google Shape;98;p13"/>
          <p:cNvCxnSpPr/>
          <p:nvPr/>
        </p:nvCxnSpPr>
        <p:spPr>
          <a:xfrm>
            <a:off x="23520513" y="9300638"/>
            <a:ext cx="1099500" cy="926700"/>
          </a:xfrm>
          <a:prstGeom prst="straightConnector1">
            <a:avLst/>
          </a:prstGeom>
          <a:noFill/>
          <a:ln cap="flat" cmpd="sng" w="114300">
            <a:solidFill>
              <a:srgbClr val="0787F9"/>
            </a:solidFill>
            <a:prstDash val="solid"/>
            <a:round/>
            <a:headEnd len="med" w="med" type="none"/>
            <a:tailEnd len="med" w="med" type="triangle"/>
          </a:ln>
        </p:spPr>
      </p:cxnSp>
      <p:pic>
        <p:nvPicPr>
          <p:cNvPr id="99" name="Google Shape;99;p13"/>
          <p:cNvPicPr preferRelativeResize="0"/>
          <p:nvPr/>
        </p:nvPicPr>
        <p:blipFill rotWithShape="1">
          <a:blip r:embed="rId8">
            <a:alphaModFix/>
          </a:blip>
          <a:srcRect b="0" l="0" r="64052" t="0"/>
          <a:stretch/>
        </p:blipFill>
        <p:spPr>
          <a:xfrm>
            <a:off x="22254313" y="8298663"/>
            <a:ext cx="1898976" cy="3800075"/>
          </a:xfrm>
          <a:prstGeom prst="rect">
            <a:avLst/>
          </a:prstGeom>
          <a:noFill/>
          <a:ln>
            <a:noFill/>
          </a:ln>
        </p:spPr>
      </p:pic>
      <p:cxnSp>
        <p:nvCxnSpPr>
          <p:cNvPr id="100" name="Google Shape;100;p13"/>
          <p:cNvCxnSpPr/>
          <p:nvPr/>
        </p:nvCxnSpPr>
        <p:spPr>
          <a:xfrm>
            <a:off x="24686163" y="10326413"/>
            <a:ext cx="394500" cy="979200"/>
          </a:xfrm>
          <a:prstGeom prst="straightConnector1">
            <a:avLst/>
          </a:prstGeom>
          <a:noFill/>
          <a:ln cap="flat" cmpd="sng" w="76200">
            <a:solidFill>
              <a:srgbClr val="0787F9"/>
            </a:solidFill>
            <a:prstDash val="solid"/>
            <a:round/>
            <a:headEnd len="med" w="med" type="none"/>
            <a:tailEnd len="med" w="med" type="triangle"/>
          </a:ln>
        </p:spPr>
      </p:cxnSp>
      <p:sp>
        <p:nvSpPr>
          <p:cNvPr id="101" name="Google Shape;101;p13"/>
          <p:cNvSpPr/>
          <p:nvPr/>
        </p:nvSpPr>
        <p:spPr>
          <a:xfrm>
            <a:off x="18831400" y="12272575"/>
            <a:ext cx="9384600" cy="1369200"/>
          </a:xfrm>
          <a:prstGeom prst="roundRect">
            <a:avLst>
              <a:gd fmla="val 16667" name="adj"/>
            </a:avLst>
          </a:prstGeom>
          <a:solidFill>
            <a:srgbClr val="9ECE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500"/>
              <a:t>The flow then passes through this middle container where the flow is allowed to expand </a:t>
            </a:r>
            <a:r>
              <a:rPr lang="en" sz="2500"/>
              <a:t>horizontally</a:t>
            </a:r>
            <a:r>
              <a:rPr lang="en" sz="2500"/>
              <a:t> like a fan.</a:t>
            </a:r>
            <a:endParaRPr sz="2500"/>
          </a:p>
        </p:txBody>
      </p:sp>
      <p:cxnSp>
        <p:nvCxnSpPr>
          <p:cNvPr id="102" name="Google Shape;102;p13"/>
          <p:cNvCxnSpPr/>
          <p:nvPr/>
        </p:nvCxnSpPr>
        <p:spPr>
          <a:xfrm>
            <a:off x="24958050" y="11378025"/>
            <a:ext cx="161100" cy="967800"/>
          </a:xfrm>
          <a:prstGeom prst="straightConnector1">
            <a:avLst/>
          </a:prstGeom>
          <a:noFill/>
          <a:ln cap="flat" cmpd="sng" w="76200">
            <a:solidFill>
              <a:srgbClr val="0787F9"/>
            </a:solidFill>
            <a:prstDash val="solid"/>
            <a:round/>
            <a:headEnd len="med" w="med" type="none"/>
            <a:tailEnd len="med" w="med" type="triangle"/>
          </a:ln>
        </p:spPr>
      </p:cxnSp>
      <p:cxnSp>
        <p:nvCxnSpPr>
          <p:cNvPr id="103" name="Google Shape;103;p13"/>
          <p:cNvCxnSpPr/>
          <p:nvPr/>
        </p:nvCxnSpPr>
        <p:spPr>
          <a:xfrm>
            <a:off x="25277875" y="11344525"/>
            <a:ext cx="915900" cy="769200"/>
          </a:xfrm>
          <a:prstGeom prst="straightConnector1">
            <a:avLst/>
          </a:prstGeom>
          <a:noFill/>
          <a:ln cap="flat" cmpd="sng" w="76200">
            <a:solidFill>
              <a:srgbClr val="0787F9"/>
            </a:solidFill>
            <a:prstDash val="solid"/>
            <a:round/>
            <a:headEnd len="med" w="med" type="none"/>
            <a:tailEnd len="med" w="med" type="triangle"/>
          </a:ln>
        </p:spPr>
      </p:cxnSp>
      <p:cxnSp>
        <p:nvCxnSpPr>
          <p:cNvPr id="104" name="Google Shape;104;p13"/>
          <p:cNvCxnSpPr>
            <a:stCxn id="58" idx="3"/>
            <a:endCxn id="95" idx="1"/>
          </p:cNvCxnSpPr>
          <p:nvPr/>
        </p:nvCxnSpPr>
        <p:spPr>
          <a:xfrm>
            <a:off x="20374100" y="9259575"/>
            <a:ext cx="1617600" cy="940200"/>
          </a:xfrm>
          <a:prstGeom prst="straightConnector1">
            <a:avLst/>
          </a:prstGeom>
          <a:noFill/>
          <a:ln cap="flat" cmpd="sng" w="76200">
            <a:solidFill>
              <a:srgbClr val="9ECEF7"/>
            </a:solidFill>
            <a:prstDash val="solid"/>
            <a:round/>
            <a:headEnd len="med" w="med" type="none"/>
            <a:tailEnd len="med" w="med" type="triangle"/>
          </a:ln>
        </p:spPr>
      </p:cxnSp>
      <p:sp>
        <p:nvSpPr>
          <p:cNvPr id="105" name="Google Shape;105;p13"/>
          <p:cNvSpPr/>
          <p:nvPr/>
        </p:nvSpPr>
        <p:spPr>
          <a:xfrm>
            <a:off x="15357986" y="13811725"/>
            <a:ext cx="5462400" cy="4632300"/>
          </a:xfrm>
          <a:prstGeom prst="roundRect">
            <a:avLst>
              <a:gd fmla="val 16667" name="adj"/>
            </a:avLst>
          </a:prstGeom>
          <a:solidFill>
            <a:srgbClr val="9ECE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06" name="Google Shape;106;p13"/>
          <p:cNvGrpSpPr/>
          <p:nvPr/>
        </p:nvGrpSpPr>
        <p:grpSpPr>
          <a:xfrm>
            <a:off x="15625836" y="14123775"/>
            <a:ext cx="4920193" cy="3943099"/>
            <a:chOff x="18542321" y="13292813"/>
            <a:chExt cx="4920193" cy="3943099"/>
          </a:xfrm>
        </p:grpSpPr>
        <p:pic>
          <p:nvPicPr>
            <p:cNvPr id="107" name="Google Shape;107;p13"/>
            <p:cNvPicPr preferRelativeResize="0"/>
            <p:nvPr/>
          </p:nvPicPr>
          <p:blipFill>
            <a:blip r:embed="rId9">
              <a:alphaModFix/>
            </a:blip>
            <a:stretch>
              <a:fillRect/>
            </a:stretch>
          </p:blipFill>
          <p:spPr>
            <a:xfrm>
              <a:off x="18542321" y="13435837"/>
              <a:ext cx="4920193" cy="3800075"/>
            </a:xfrm>
            <a:prstGeom prst="rect">
              <a:avLst/>
            </a:prstGeom>
            <a:noFill/>
            <a:ln>
              <a:noFill/>
            </a:ln>
          </p:spPr>
        </p:pic>
        <p:cxnSp>
          <p:nvCxnSpPr>
            <p:cNvPr id="108" name="Google Shape;108;p13"/>
            <p:cNvCxnSpPr/>
            <p:nvPr/>
          </p:nvCxnSpPr>
          <p:spPr>
            <a:xfrm>
              <a:off x="18796775" y="13292813"/>
              <a:ext cx="1175400" cy="1106400"/>
            </a:xfrm>
            <a:prstGeom prst="straightConnector1">
              <a:avLst/>
            </a:prstGeom>
            <a:noFill/>
            <a:ln cap="flat" cmpd="sng" w="114300">
              <a:solidFill>
                <a:srgbClr val="0787F9"/>
              </a:solidFill>
              <a:prstDash val="solid"/>
              <a:round/>
              <a:headEnd len="med" w="med" type="none"/>
              <a:tailEnd len="med" w="med" type="triangle"/>
            </a:ln>
          </p:spPr>
        </p:cxnSp>
        <p:cxnSp>
          <p:nvCxnSpPr>
            <p:cNvPr id="109" name="Google Shape;109;p13"/>
            <p:cNvCxnSpPr/>
            <p:nvPr/>
          </p:nvCxnSpPr>
          <p:spPr>
            <a:xfrm>
              <a:off x="20373975" y="14706600"/>
              <a:ext cx="904800" cy="1295400"/>
            </a:xfrm>
            <a:prstGeom prst="straightConnector1">
              <a:avLst/>
            </a:prstGeom>
            <a:noFill/>
            <a:ln cap="flat" cmpd="sng" w="76200">
              <a:solidFill>
                <a:srgbClr val="0787F9"/>
              </a:solidFill>
              <a:prstDash val="solid"/>
              <a:round/>
              <a:headEnd len="med" w="med" type="none"/>
              <a:tailEnd len="med" w="med" type="triangle"/>
            </a:ln>
          </p:spPr>
        </p:cxnSp>
        <p:cxnSp>
          <p:nvCxnSpPr>
            <p:cNvPr id="110" name="Google Shape;110;p13"/>
            <p:cNvCxnSpPr/>
            <p:nvPr/>
          </p:nvCxnSpPr>
          <p:spPr>
            <a:xfrm>
              <a:off x="20720413" y="14578925"/>
              <a:ext cx="904800" cy="1295400"/>
            </a:xfrm>
            <a:prstGeom prst="straightConnector1">
              <a:avLst/>
            </a:prstGeom>
            <a:noFill/>
            <a:ln cap="flat" cmpd="sng" w="76200">
              <a:solidFill>
                <a:srgbClr val="0787F9"/>
              </a:solidFill>
              <a:prstDash val="solid"/>
              <a:round/>
              <a:headEnd len="med" w="med" type="none"/>
              <a:tailEnd len="med" w="med" type="triangle"/>
            </a:ln>
          </p:spPr>
        </p:cxnSp>
        <p:cxnSp>
          <p:nvCxnSpPr>
            <p:cNvPr id="111" name="Google Shape;111;p13"/>
            <p:cNvCxnSpPr/>
            <p:nvPr/>
          </p:nvCxnSpPr>
          <p:spPr>
            <a:xfrm>
              <a:off x="21187138" y="14578925"/>
              <a:ext cx="904800" cy="1295400"/>
            </a:xfrm>
            <a:prstGeom prst="straightConnector1">
              <a:avLst/>
            </a:prstGeom>
            <a:noFill/>
            <a:ln cap="flat" cmpd="sng" w="76200">
              <a:solidFill>
                <a:srgbClr val="0787F9"/>
              </a:solidFill>
              <a:prstDash val="solid"/>
              <a:round/>
              <a:headEnd len="med" w="med" type="none"/>
              <a:tailEnd len="med" w="med" type="triangle"/>
            </a:ln>
          </p:spPr>
        </p:cxnSp>
      </p:grpSp>
      <p:sp>
        <p:nvSpPr>
          <p:cNvPr id="112" name="Google Shape;112;p13"/>
          <p:cNvSpPr/>
          <p:nvPr/>
        </p:nvSpPr>
        <p:spPr>
          <a:xfrm>
            <a:off x="15357975" y="18083350"/>
            <a:ext cx="5462400" cy="1793700"/>
          </a:xfrm>
          <a:prstGeom prst="roundRect">
            <a:avLst>
              <a:gd fmla="val 16667" name="adj"/>
            </a:avLst>
          </a:prstGeom>
          <a:solidFill>
            <a:srgbClr val="9ECE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500"/>
              <a:t>The fish are pushed down the 5 lanes where the camera can differentiate between them and create a count.</a:t>
            </a:r>
            <a:endParaRPr sz="2500"/>
          </a:p>
        </p:txBody>
      </p:sp>
      <p:grpSp>
        <p:nvGrpSpPr>
          <p:cNvPr id="113" name="Google Shape;113;p13"/>
          <p:cNvGrpSpPr/>
          <p:nvPr/>
        </p:nvGrpSpPr>
        <p:grpSpPr>
          <a:xfrm>
            <a:off x="22686875" y="14679763"/>
            <a:ext cx="4589400" cy="2961300"/>
            <a:chOff x="24111050" y="14555038"/>
            <a:chExt cx="4589400" cy="2961300"/>
          </a:xfrm>
        </p:grpSpPr>
        <p:sp>
          <p:nvSpPr>
            <p:cNvPr id="114" name="Google Shape;114;p13"/>
            <p:cNvSpPr/>
            <p:nvPr/>
          </p:nvSpPr>
          <p:spPr>
            <a:xfrm>
              <a:off x="24111050" y="14555038"/>
              <a:ext cx="4589400" cy="2961300"/>
            </a:xfrm>
            <a:prstGeom prst="roundRect">
              <a:avLst>
                <a:gd fmla="val 16667" name="adj"/>
              </a:avLst>
            </a:prstGeom>
            <a:solidFill>
              <a:srgbClr val="9ECE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5" name="Google Shape;115;p13"/>
            <p:cNvPicPr preferRelativeResize="0"/>
            <p:nvPr/>
          </p:nvPicPr>
          <p:blipFill rotWithShape="1">
            <a:blip r:embed="rId10">
              <a:alphaModFix/>
            </a:blip>
            <a:srcRect b="25592" l="6372" r="5366" t="34897"/>
            <a:stretch/>
          </p:blipFill>
          <p:spPr>
            <a:xfrm>
              <a:off x="24295632" y="14799052"/>
              <a:ext cx="4220241" cy="2519101"/>
            </a:xfrm>
            <a:prstGeom prst="rect">
              <a:avLst/>
            </a:prstGeom>
            <a:noFill/>
            <a:ln>
              <a:noFill/>
            </a:ln>
          </p:spPr>
        </p:pic>
      </p:grpSp>
      <p:cxnSp>
        <p:nvCxnSpPr>
          <p:cNvPr id="116" name="Google Shape;116;p13"/>
          <p:cNvCxnSpPr>
            <a:endCxn id="105" idx="0"/>
          </p:cNvCxnSpPr>
          <p:nvPr/>
        </p:nvCxnSpPr>
        <p:spPr>
          <a:xfrm flipH="1">
            <a:off x="18089186" y="12973825"/>
            <a:ext cx="763800" cy="837900"/>
          </a:xfrm>
          <a:prstGeom prst="straightConnector1">
            <a:avLst/>
          </a:prstGeom>
          <a:noFill/>
          <a:ln cap="flat" cmpd="sng" w="76200">
            <a:solidFill>
              <a:srgbClr val="9ECEF7"/>
            </a:solidFill>
            <a:prstDash val="solid"/>
            <a:round/>
            <a:headEnd len="med" w="med" type="none"/>
            <a:tailEnd len="med" w="med" type="triangle"/>
          </a:ln>
        </p:spPr>
      </p:cxnSp>
      <p:cxnSp>
        <p:nvCxnSpPr>
          <p:cNvPr id="117" name="Google Shape;117;p13"/>
          <p:cNvCxnSpPr>
            <a:stCxn id="105" idx="3"/>
            <a:endCxn id="114" idx="1"/>
          </p:cNvCxnSpPr>
          <p:nvPr/>
        </p:nvCxnSpPr>
        <p:spPr>
          <a:xfrm>
            <a:off x="20820386" y="16127875"/>
            <a:ext cx="1866600" cy="32400"/>
          </a:xfrm>
          <a:prstGeom prst="straightConnector1">
            <a:avLst/>
          </a:prstGeom>
          <a:noFill/>
          <a:ln cap="flat" cmpd="sng" w="76200">
            <a:solidFill>
              <a:srgbClr val="9ECEF7"/>
            </a:solidFill>
            <a:prstDash val="solid"/>
            <a:round/>
            <a:headEnd len="med" w="med" type="none"/>
            <a:tailEnd len="med" w="med" type="triangle"/>
          </a:ln>
        </p:spPr>
      </p:cxnSp>
      <p:sp>
        <p:nvSpPr>
          <p:cNvPr id="118" name="Google Shape;118;p13"/>
          <p:cNvSpPr/>
          <p:nvPr/>
        </p:nvSpPr>
        <p:spPr>
          <a:xfrm>
            <a:off x="22740975" y="17613850"/>
            <a:ext cx="4535400" cy="824100"/>
          </a:xfrm>
          <a:prstGeom prst="roundRect">
            <a:avLst>
              <a:gd fmla="val 16667" name="adj"/>
            </a:avLst>
          </a:prstGeom>
          <a:solidFill>
            <a:srgbClr val="9ECE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500"/>
              <a:t>Fish safely </a:t>
            </a:r>
            <a:r>
              <a:rPr lang="en" sz="2500"/>
              <a:t>transferred into the tank. </a:t>
            </a:r>
            <a:endParaRPr sz="2500"/>
          </a:p>
        </p:txBody>
      </p:sp>
      <p:sp>
        <p:nvSpPr>
          <p:cNvPr id="119" name="Google Shape;119;p13"/>
          <p:cNvSpPr/>
          <p:nvPr/>
        </p:nvSpPr>
        <p:spPr>
          <a:xfrm>
            <a:off x="27241500" y="30194250"/>
            <a:ext cx="588000" cy="412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0" name="Google Shape;120;p13"/>
          <p:cNvPicPr preferRelativeResize="0"/>
          <p:nvPr/>
        </p:nvPicPr>
        <p:blipFill>
          <a:blip r:embed="rId11">
            <a:alphaModFix/>
          </a:blip>
          <a:stretch>
            <a:fillRect/>
          </a:stretch>
        </p:blipFill>
        <p:spPr>
          <a:xfrm>
            <a:off x="15830904" y="21800125"/>
            <a:ext cx="12155899" cy="9139199"/>
          </a:xfrm>
          <a:prstGeom prst="rect">
            <a:avLst/>
          </a:prstGeom>
          <a:noFill/>
          <a:ln>
            <a:noFill/>
          </a:ln>
        </p:spPr>
      </p:pic>
      <p:pic>
        <p:nvPicPr>
          <p:cNvPr id="121" name="Google Shape;121;p13"/>
          <p:cNvPicPr preferRelativeResize="0"/>
          <p:nvPr/>
        </p:nvPicPr>
        <p:blipFill rotWithShape="1">
          <a:blip r:embed="rId12">
            <a:alphaModFix/>
          </a:blip>
          <a:srcRect b="0" l="6955" r="21637" t="4407"/>
          <a:stretch/>
        </p:blipFill>
        <p:spPr>
          <a:xfrm>
            <a:off x="15315198" y="28226450"/>
            <a:ext cx="3932525" cy="2961301"/>
          </a:xfrm>
          <a:prstGeom prst="rect">
            <a:avLst/>
          </a:prstGeom>
          <a:noFill/>
          <a:ln>
            <a:noFill/>
          </a:ln>
        </p:spPr>
      </p:pic>
      <p:cxnSp>
        <p:nvCxnSpPr>
          <p:cNvPr id="122" name="Google Shape;122;p13"/>
          <p:cNvCxnSpPr/>
          <p:nvPr/>
        </p:nvCxnSpPr>
        <p:spPr>
          <a:xfrm>
            <a:off x="13323374" y="19710466"/>
            <a:ext cx="0" cy="854100"/>
          </a:xfrm>
          <a:prstGeom prst="straightConnector1">
            <a:avLst/>
          </a:prstGeom>
          <a:noFill/>
          <a:ln cap="flat" cmpd="sng" w="49400">
            <a:solidFill>
              <a:schemeClr val="dk1"/>
            </a:solidFill>
            <a:prstDash val="solid"/>
            <a:round/>
            <a:headEnd len="med" w="med" type="none"/>
            <a:tailEnd len="med" w="med" type="triangle"/>
          </a:ln>
        </p:spPr>
      </p:cxnSp>
      <p:sp>
        <p:nvSpPr>
          <p:cNvPr id="123" name="Google Shape;123;p13"/>
          <p:cNvSpPr/>
          <p:nvPr/>
        </p:nvSpPr>
        <p:spPr>
          <a:xfrm>
            <a:off x="1388400" y="21758007"/>
            <a:ext cx="2719200" cy="1680600"/>
          </a:xfrm>
          <a:prstGeom prst="flowChartAlternateProcess">
            <a:avLst/>
          </a:prstGeom>
          <a:solidFill>
            <a:srgbClr val="F4CCCC"/>
          </a:solidFill>
          <a:ln cap="flat" cmpd="sng" w="24700">
            <a:solidFill>
              <a:srgbClr val="000000"/>
            </a:solidFill>
            <a:prstDash val="solid"/>
            <a:round/>
            <a:headEnd len="sm" w="sm" type="none"/>
            <a:tailEnd len="sm" w="sm" type="none"/>
          </a:ln>
        </p:spPr>
        <p:txBody>
          <a:bodyPr anchorCtr="0" anchor="ctr" bIns="29625" lIns="29625" spcFirstLastPara="1" rIns="29625" wrap="square" tIns="29625">
            <a:noAutofit/>
          </a:bodyPr>
          <a:lstStyle/>
          <a:p>
            <a:pPr indent="0" lvl="0" marL="0" rtl="0" algn="ctr">
              <a:spcBef>
                <a:spcPts val="0"/>
              </a:spcBef>
              <a:spcAft>
                <a:spcPts val="0"/>
              </a:spcAft>
              <a:buNone/>
            </a:pPr>
            <a:r>
              <a:rPr b="1" lang="en" sz="1945"/>
              <a:t>GoPro Camera</a:t>
            </a:r>
            <a:endParaRPr b="1" sz="1945"/>
          </a:p>
        </p:txBody>
      </p:sp>
      <p:sp>
        <p:nvSpPr>
          <p:cNvPr id="124" name="Google Shape;124;p13"/>
          <p:cNvSpPr/>
          <p:nvPr/>
        </p:nvSpPr>
        <p:spPr>
          <a:xfrm>
            <a:off x="6089090" y="21800029"/>
            <a:ext cx="2719224" cy="1589976"/>
          </a:xfrm>
          <a:prstGeom prst="cloud">
            <a:avLst/>
          </a:prstGeom>
          <a:solidFill>
            <a:srgbClr val="EA9999"/>
          </a:solidFill>
          <a:ln cap="flat" cmpd="sng" w="24700">
            <a:solidFill>
              <a:srgbClr val="000000"/>
            </a:solidFill>
            <a:prstDash val="solid"/>
            <a:round/>
            <a:headEnd len="sm" w="sm" type="none"/>
            <a:tailEnd len="sm" w="sm" type="none"/>
          </a:ln>
        </p:spPr>
        <p:txBody>
          <a:bodyPr anchorCtr="0" anchor="ctr" bIns="29625" lIns="29625" spcFirstLastPara="1" rIns="29625" wrap="square" tIns="29625">
            <a:noAutofit/>
          </a:bodyPr>
          <a:lstStyle/>
          <a:p>
            <a:pPr indent="0" lvl="0" marL="0" rtl="0" algn="ctr">
              <a:spcBef>
                <a:spcPts val="0"/>
              </a:spcBef>
              <a:spcAft>
                <a:spcPts val="0"/>
              </a:spcAft>
              <a:buNone/>
            </a:pPr>
            <a:r>
              <a:rPr b="1" lang="en" sz="1945"/>
              <a:t>Computation</a:t>
            </a:r>
            <a:endParaRPr b="1" sz="1945"/>
          </a:p>
        </p:txBody>
      </p:sp>
      <p:sp>
        <p:nvSpPr>
          <p:cNvPr id="125" name="Google Shape;125;p13"/>
          <p:cNvSpPr/>
          <p:nvPr/>
        </p:nvSpPr>
        <p:spPr>
          <a:xfrm>
            <a:off x="6232062" y="19233439"/>
            <a:ext cx="2663700" cy="1680600"/>
          </a:xfrm>
          <a:prstGeom prst="cube">
            <a:avLst>
              <a:gd fmla="val 25000" name="adj"/>
            </a:avLst>
          </a:prstGeom>
          <a:solidFill>
            <a:srgbClr val="9FC5E8"/>
          </a:solidFill>
          <a:ln cap="flat" cmpd="sng" w="24700">
            <a:solidFill>
              <a:srgbClr val="000000"/>
            </a:solidFill>
            <a:prstDash val="solid"/>
            <a:round/>
            <a:headEnd len="sm" w="sm" type="none"/>
            <a:tailEnd len="sm" w="sm" type="none"/>
          </a:ln>
        </p:spPr>
        <p:txBody>
          <a:bodyPr anchorCtr="0" anchor="ctr" bIns="29625" lIns="29625" spcFirstLastPara="1" rIns="29625" wrap="square" tIns="29625">
            <a:noAutofit/>
          </a:bodyPr>
          <a:lstStyle/>
          <a:p>
            <a:pPr indent="0" lvl="0" marL="0" rtl="0" algn="ctr">
              <a:spcBef>
                <a:spcPts val="0"/>
              </a:spcBef>
              <a:spcAft>
                <a:spcPts val="0"/>
              </a:spcAft>
              <a:buNone/>
            </a:pPr>
            <a:r>
              <a:rPr b="1" lang="en" sz="1945"/>
              <a:t>Transfer</a:t>
            </a:r>
            <a:endParaRPr b="1" sz="1945"/>
          </a:p>
          <a:p>
            <a:pPr indent="0" lvl="0" marL="0" rtl="0" algn="ctr">
              <a:spcBef>
                <a:spcPts val="0"/>
              </a:spcBef>
              <a:spcAft>
                <a:spcPts val="0"/>
              </a:spcAft>
              <a:buNone/>
            </a:pPr>
            <a:r>
              <a:rPr b="1" lang="en" sz="1945"/>
              <a:t>Unit</a:t>
            </a:r>
            <a:endParaRPr b="1" sz="1945"/>
          </a:p>
        </p:txBody>
      </p:sp>
      <p:sp>
        <p:nvSpPr>
          <p:cNvPr id="126" name="Google Shape;126;p13"/>
          <p:cNvSpPr/>
          <p:nvPr/>
        </p:nvSpPr>
        <p:spPr>
          <a:xfrm>
            <a:off x="5231222" y="24275898"/>
            <a:ext cx="2719200" cy="1926000"/>
          </a:xfrm>
          <a:prstGeom prst="round2DiagRect">
            <a:avLst>
              <a:gd fmla="val 16667" name="adj1"/>
              <a:gd fmla="val 0" name="adj2"/>
            </a:avLst>
          </a:prstGeom>
          <a:solidFill>
            <a:srgbClr val="FFF2CC"/>
          </a:solidFill>
          <a:ln cap="flat" cmpd="sng" w="24700">
            <a:solidFill>
              <a:srgbClr val="000000"/>
            </a:solidFill>
            <a:prstDash val="solid"/>
            <a:round/>
            <a:headEnd len="sm" w="sm" type="none"/>
            <a:tailEnd len="sm" w="sm" type="none"/>
          </a:ln>
        </p:spPr>
        <p:txBody>
          <a:bodyPr anchorCtr="0" anchor="ctr" bIns="29625" lIns="29625" spcFirstLastPara="1" rIns="29625" wrap="square" tIns="29625">
            <a:noAutofit/>
          </a:bodyPr>
          <a:lstStyle/>
          <a:p>
            <a:pPr indent="0" lvl="0" marL="0" rtl="0" algn="ctr">
              <a:spcBef>
                <a:spcPts val="0"/>
              </a:spcBef>
              <a:spcAft>
                <a:spcPts val="0"/>
              </a:spcAft>
              <a:buNone/>
            </a:pPr>
            <a:r>
              <a:rPr b="1" lang="en" sz="1945"/>
              <a:t>Fine-Tuning based on the videos captured while running tests</a:t>
            </a:r>
            <a:endParaRPr b="1" sz="1945"/>
          </a:p>
        </p:txBody>
      </p:sp>
      <p:sp>
        <p:nvSpPr>
          <p:cNvPr id="127" name="Google Shape;127;p13"/>
          <p:cNvSpPr/>
          <p:nvPr/>
        </p:nvSpPr>
        <p:spPr>
          <a:xfrm>
            <a:off x="4107673" y="24721040"/>
            <a:ext cx="1123500" cy="1035900"/>
          </a:xfrm>
          <a:prstGeom prst="mathPlus">
            <a:avLst>
              <a:gd fmla="val 23520" name="adj1"/>
            </a:avLst>
          </a:prstGeom>
          <a:solidFill>
            <a:srgbClr val="000000"/>
          </a:solidFill>
          <a:ln cap="flat" cmpd="sng" w="3075">
            <a:solidFill>
              <a:srgbClr val="595959"/>
            </a:solidFill>
            <a:prstDash val="solid"/>
            <a:round/>
            <a:headEnd len="sm" w="sm" type="none"/>
            <a:tailEnd len="sm" w="sm" type="none"/>
          </a:ln>
        </p:spPr>
        <p:txBody>
          <a:bodyPr anchorCtr="0" anchor="ctr" bIns="29625" lIns="29625" spcFirstLastPara="1" rIns="29625" wrap="square" tIns="29625">
            <a:noAutofit/>
          </a:bodyPr>
          <a:lstStyle/>
          <a:p>
            <a:pPr indent="0" lvl="0" marL="0" rtl="0" algn="ctr">
              <a:spcBef>
                <a:spcPts val="0"/>
              </a:spcBef>
              <a:spcAft>
                <a:spcPts val="0"/>
              </a:spcAft>
              <a:buNone/>
            </a:pPr>
            <a:r>
              <a:t/>
            </a:r>
            <a:endParaRPr sz="454"/>
          </a:p>
        </p:txBody>
      </p:sp>
      <p:sp>
        <p:nvSpPr>
          <p:cNvPr id="128" name="Google Shape;128;p13"/>
          <p:cNvSpPr/>
          <p:nvPr/>
        </p:nvSpPr>
        <p:spPr>
          <a:xfrm>
            <a:off x="10789772" y="21688585"/>
            <a:ext cx="2663557" cy="1812857"/>
          </a:xfrm>
          <a:prstGeom prst="flowChartPunchedTape">
            <a:avLst/>
          </a:prstGeom>
          <a:solidFill>
            <a:srgbClr val="E06666"/>
          </a:solidFill>
          <a:ln cap="flat" cmpd="sng" w="24700">
            <a:solidFill>
              <a:srgbClr val="000000"/>
            </a:solidFill>
            <a:prstDash val="solid"/>
            <a:round/>
            <a:headEnd len="sm" w="sm" type="none"/>
            <a:tailEnd len="sm" w="sm" type="none"/>
          </a:ln>
        </p:spPr>
        <p:txBody>
          <a:bodyPr anchorCtr="0" anchor="ctr" bIns="29625" lIns="29625" spcFirstLastPara="1" rIns="29625" wrap="square" tIns="29625">
            <a:noAutofit/>
          </a:bodyPr>
          <a:lstStyle/>
          <a:p>
            <a:pPr indent="0" lvl="0" marL="0" rtl="0" algn="ctr">
              <a:spcBef>
                <a:spcPts val="0"/>
              </a:spcBef>
              <a:spcAft>
                <a:spcPts val="0"/>
              </a:spcAft>
              <a:buNone/>
            </a:pPr>
            <a:r>
              <a:rPr b="1" lang="en" sz="1945"/>
              <a:t>Active Fish Counting</a:t>
            </a:r>
            <a:endParaRPr b="1" sz="1945"/>
          </a:p>
        </p:txBody>
      </p:sp>
      <p:sp>
        <p:nvSpPr>
          <p:cNvPr id="129" name="Google Shape;129;p13"/>
          <p:cNvSpPr/>
          <p:nvPr/>
        </p:nvSpPr>
        <p:spPr>
          <a:xfrm flipH="1">
            <a:off x="1388473" y="24275898"/>
            <a:ext cx="2719200" cy="1926000"/>
          </a:xfrm>
          <a:prstGeom prst="round2DiagRect">
            <a:avLst>
              <a:gd fmla="val 16667" name="adj1"/>
              <a:gd fmla="val 0" name="adj2"/>
            </a:avLst>
          </a:prstGeom>
          <a:solidFill>
            <a:srgbClr val="FFF2CC"/>
          </a:solidFill>
          <a:ln cap="flat" cmpd="sng" w="24700">
            <a:solidFill>
              <a:srgbClr val="000000"/>
            </a:solidFill>
            <a:prstDash val="solid"/>
            <a:round/>
            <a:headEnd len="sm" w="sm" type="none"/>
            <a:tailEnd len="sm" w="sm" type="none"/>
          </a:ln>
        </p:spPr>
        <p:txBody>
          <a:bodyPr anchorCtr="0" anchor="ctr" bIns="29625" lIns="29625" spcFirstLastPara="1" rIns="29625" wrap="square" tIns="29625">
            <a:noAutofit/>
          </a:bodyPr>
          <a:lstStyle/>
          <a:p>
            <a:pPr indent="0" lvl="0" marL="0" rtl="0" algn="ctr">
              <a:spcBef>
                <a:spcPts val="0"/>
              </a:spcBef>
              <a:spcAft>
                <a:spcPts val="0"/>
              </a:spcAft>
              <a:buNone/>
            </a:pPr>
            <a:r>
              <a:rPr b="1" lang="en" sz="1945"/>
              <a:t>AI Model Trained by annotating images and videos of a database of fishes</a:t>
            </a:r>
            <a:endParaRPr b="1" sz="1945"/>
          </a:p>
        </p:txBody>
      </p:sp>
      <p:sp>
        <p:nvSpPr>
          <p:cNvPr id="130" name="Google Shape;130;p13"/>
          <p:cNvSpPr/>
          <p:nvPr/>
        </p:nvSpPr>
        <p:spPr>
          <a:xfrm>
            <a:off x="7950495" y="24619364"/>
            <a:ext cx="1123500" cy="1035900"/>
          </a:xfrm>
          <a:prstGeom prst="mathPlus">
            <a:avLst>
              <a:gd fmla="val 23520" name="adj1"/>
            </a:avLst>
          </a:prstGeom>
          <a:solidFill>
            <a:srgbClr val="000000"/>
          </a:solidFill>
          <a:ln cap="flat" cmpd="sng" w="3075">
            <a:solidFill>
              <a:srgbClr val="595959"/>
            </a:solidFill>
            <a:prstDash val="solid"/>
            <a:round/>
            <a:headEnd len="sm" w="sm" type="none"/>
            <a:tailEnd len="sm" w="sm" type="none"/>
          </a:ln>
        </p:spPr>
        <p:txBody>
          <a:bodyPr anchorCtr="0" anchor="ctr" bIns="29625" lIns="29625" spcFirstLastPara="1" rIns="29625" wrap="square" tIns="29625">
            <a:noAutofit/>
          </a:bodyPr>
          <a:lstStyle/>
          <a:p>
            <a:pPr indent="0" lvl="0" marL="0" rtl="0" algn="ctr">
              <a:spcBef>
                <a:spcPts val="0"/>
              </a:spcBef>
              <a:spcAft>
                <a:spcPts val="0"/>
              </a:spcAft>
              <a:buNone/>
            </a:pPr>
            <a:r>
              <a:t/>
            </a:r>
            <a:endParaRPr sz="454"/>
          </a:p>
        </p:txBody>
      </p:sp>
      <p:sp>
        <p:nvSpPr>
          <p:cNvPr id="131" name="Google Shape;131;p13"/>
          <p:cNvSpPr/>
          <p:nvPr/>
        </p:nvSpPr>
        <p:spPr>
          <a:xfrm>
            <a:off x="9135457" y="24275898"/>
            <a:ext cx="2719200" cy="1926000"/>
          </a:xfrm>
          <a:prstGeom prst="round2DiagRect">
            <a:avLst>
              <a:gd fmla="val 16667" name="adj1"/>
              <a:gd fmla="val 0" name="adj2"/>
            </a:avLst>
          </a:prstGeom>
          <a:solidFill>
            <a:srgbClr val="FFF2CC"/>
          </a:solidFill>
          <a:ln cap="flat" cmpd="sng" w="24700">
            <a:solidFill>
              <a:srgbClr val="000000"/>
            </a:solidFill>
            <a:prstDash val="solid"/>
            <a:round/>
            <a:headEnd len="sm" w="sm" type="none"/>
            <a:tailEnd len="sm" w="sm" type="none"/>
          </a:ln>
        </p:spPr>
        <p:txBody>
          <a:bodyPr anchorCtr="0" anchor="ctr" bIns="29625" lIns="29625" spcFirstLastPara="1" rIns="29625" wrap="square" tIns="29625">
            <a:noAutofit/>
          </a:bodyPr>
          <a:lstStyle/>
          <a:p>
            <a:pPr indent="0" lvl="0" marL="0" rtl="0" algn="ctr">
              <a:spcBef>
                <a:spcPts val="0"/>
              </a:spcBef>
              <a:spcAft>
                <a:spcPts val="0"/>
              </a:spcAft>
              <a:buNone/>
            </a:pPr>
            <a:r>
              <a:rPr b="1" lang="en" sz="1945"/>
              <a:t>Program that actively inputs frames from the GoPro and uses the trained model</a:t>
            </a:r>
            <a:endParaRPr b="1" sz="1945"/>
          </a:p>
        </p:txBody>
      </p:sp>
      <p:cxnSp>
        <p:nvCxnSpPr>
          <p:cNvPr id="132" name="Google Shape;132;p13"/>
          <p:cNvCxnSpPr>
            <a:stCxn id="124" idx="1"/>
            <a:endCxn id="129" idx="3"/>
          </p:cNvCxnSpPr>
          <p:nvPr/>
        </p:nvCxnSpPr>
        <p:spPr>
          <a:xfrm rot="5400000">
            <a:off x="4654502" y="21481812"/>
            <a:ext cx="887700" cy="4700700"/>
          </a:xfrm>
          <a:prstGeom prst="bentConnector3">
            <a:avLst>
              <a:gd fmla="val 50425" name="adj1"/>
            </a:avLst>
          </a:prstGeom>
          <a:noFill/>
          <a:ln cap="flat" cmpd="sng" w="37050">
            <a:solidFill>
              <a:srgbClr val="595959"/>
            </a:solidFill>
            <a:prstDash val="solid"/>
            <a:round/>
            <a:headEnd len="med" w="med" type="none"/>
            <a:tailEnd len="med" w="med" type="triangle"/>
          </a:ln>
        </p:spPr>
      </p:cxnSp>
      <p:cxnSp>
        <p:nvCxnSpPr>
          <p:cNvPr id="133" name="Google Shape;133;p13"/>
          <p:cNvCxnSpPr>
            <a:endCxn id="126" idx="3"/>
          </p:cNvCxnSpPr>
          <p:nvPr/>
        </p:nvCxnSpPr>
        <p:spPr>
          <a:xfrm rot="5400000">
            <a:off x="6540122" y="23367198"/>
            <a:ext cx="959400" cy="858000"/>
          </a:xfrm>
          <a:prstGeom prst="bentConnector3">
            <a:avLst>
              <a:gd fmla="val 54420" name="adj1"/>
            </a:avLst>
          </a:prstGeom>
          <a:noFill/>
          <a:ln cap="flat" cmpd="sng" w="37050">
            <a:solidFill>
              <a:srgbClr val="595959"/>
            </a:solidFill>
            <a:prstDash val="solid"/>
            <a:round/>
            <a:headEnd len="med" w="med" type="none"/>
            <a:tailEnd len="med" w="med" type="triangle"/>
          </a:ln>
        </p:spPr>
      </p:cxnSp>
      <p:cxnSp>
        <p:nvCxnSpPr>
          <p:cNvPr id="134" name="Google Shape;134;p13"/>
          <p:cNvCxnSpPr>
            <a:stCxn id="124" idx="1"/>
            <a:endCxn id="131" idx="3"/>
          </p:cNvCxnSpPr>
          <p:nvPr/>
        </p:nvCxnSpPr>
        <p:spPr>
          <a:xfrm flipH="1" rot="-5400000">
            <a:off x="8528102" y="22308912"/>
            <a:ext cx="887700" cy="3046500"/>
          </a:xfrm>
          <a:prstGeom prst="bentConnector3">
            <a:avLst>
              <a:gd fmla="val 50425" name="adj1"/>
            </a:avLst>
          </a:prstGeom>
          <a:noFill/>
          <a:ln cap="flat" cmpd="sng" w="37050">
            <a:solidFill>
              <a:srgbClr val="595959"/>
            </a:solidFill>
            <a:prstDash val="solid"/>
            <a:round/>
            <a:headEnd len="med" w="med" type="none"/>
            <a:tailEnd len="med" w="med" type="triangle"/>
          </a:ln>
        </p:spPr>
      </p:cxnSp>
      <p:cxnSp>
        <p:nvCxnSpPr>
          <p:cNvPr id="135" name="Google Shape;135;p13"/>
          <p:cNvCxnSpPr>
            <a:stCxn id="125" idx="3"/>
            <a:endCxn id="123" idx="0"/>
          </p:cNvCxnSpPr>
          <p:nvPr/>
        </p:nvCxnSpPr>
        <p:spPr>
          <a:xfrm rot="5400000">
            <a:off x="4628937" y="19033039"/>
            <a:ext cx="843900" cy="4605900"/>
          </a:xfrm>
          <a:prstGeom prst="bentConnector3">
            <a:avLst>
              <a:gd fmla="val 49998" name="adj1"/>
            </a:avLst>
          </a:prstGeom>
          <a:noFill/>
          <a:ln cap="flat" cmpd="sng" w="37050">
            <a:solidFill>
              <a:srgbClr val="FF0000"/>
            </a:solidFill>
            <a:prstDash val="solid"/>
            <a:round/>
            <a:headEnd len="med" w="med" type="none"/>
            <a:tailEnd len="med" w="med" type="triangle"/>
          </a:ln>
        </p:spPr>
      </p:cxnSp>
      <p:sp>
        <p:nvSpPr>
          <p:cNvPr id="136" name="Google Shape;136;p13"/>
          <p:cNvSpPr/>
          <p:nvPr/>
        </p:nvSpPr>
        <p:spPr>
          <a:xfrm>
            <a:off x="1388400" y="19468067"/>
            <a:ext cx="2719200" cy="1680600"/>
          </a:xfrm>
          <a:prstGeom prst="flowChartAlternateProcess">
            <a:avLst/>
          </a:prstGeom>
          <a:solidFill>
            <a:srgbClr val="CFE2F3"/>
          </a:solidFill>
          <a:ln cap="flat" cmpd="sng" w="24700">
            <a:solidFill>
              <a:srgbClr val="000000"/>
            </a:solidFill>
            <a:prstDash val="solid"/>
            <a:round/>
            <a:headEnd len="sm" w="sm" type="none"/>
            <a:tailEnd len="sm" w="sm" type="none"/>
          </a:ln>
        </p:spPr>
        <p:txBody>
          <a:bodyPr anchorCtr="0" anchor="ctr" bIns="29625" lIns="29625" spcFirstLastPara="1" rIns="29625" wrap="square" tIns="29625">
            <a:noAutofit/>
          </a:bodyPr>
          <a:lstStyle/>
          <a:p>
            <a:pPr indent="0" lvl="0" marL="0" rtl="0" algn="ctr">
              <a:spcBef>
                <a:spcPts val="0"/>
              </a:spcBef>
              <a:spcAft>
                <a:spcPts val="0"/>
              </a:spcAft>
              <a:buNone/>
            </a:pPr>
            <a:r>
              <a:rPr b="1" lang="en" sz="1945"/>
              <a:t>Pump</a:t>
            </a:r>
            <a:endParaRPr b="1" sz="1945"/>
          </a:p>
        </p:txBody>
      </p:sp>
      <p:sp>
        <p:nvSpPr>
          <p:cNvPr id="137" name="Google Shape;137;p13"/>
          <p:cNvSpPr/>
          <p:nvPr/>
        </p:nvSpPr>
        <p:spPr>
          <a:xfrm>
            <a:off x="10825027" y="19418202"/>
            <a:ext cx="2719200" cy="1680600"/>
          </a:xfrm>
          <a:prstGeom prst="flowChartAlternateProcess">
            <a:avLst/>
          </a:prstGeom>
          <a:solidFill>
            <a:srgbClr val="6FA8DC"/>
          </a:solidFill>
          <a:ln cap="flat" cmpd="sng" w="24700">
            <a:solidFill>
              <a:srgbClr val="000000"/>
            </a:solidFill>
            <a:prstDash val="solid"/>
            <a:round/>
            <a:headEnd len="sm" w="sm" type="none"/>
            <a:tailEnd len="sm" w="sm" type="none"/>
          </a:ln>
        </p:spPr>
        <p:txBody>
          <a:bodyPr anchorCtr="0" anchor="ctr" bIns="29625" lIns="29625" spcFirstLastPara="1" rIns="29625" wrap="square" tIns="29625">
            <a:noAutofit/>
          </a:bodyPr>
          <a:lstStyle/>
          <a:p>
            <a:pPr indent="0" lvl="0" marL="0" rtl="0" algn="ctr">
              <a:spcBef>
                <a:spcPts val="0"/>
              </a:spcBef>
              <a:spcAft>
                <a:spcPts val="0"/>
              </a:spcAft>
              <a:buNone/>
            </a:pPr>
            <a:r>
              <a:rPr b="1" lang="en" sz="1945"/>
              <a:t>Tank</a:t>
            </a:r>
            <a:endParaRPr b="1" sz="1945"/>
          </a:p>
        </p:txBody>
      </p:sp>
      <p:cxnSp>
        <p:nvCxnSpPr>
          <p:cNvPr id="138" name="Google Shape;138;p13"/>
          <p:cNvCxnSpPr>
            <a:stCxn id="136" idx="3"/>
            <a:endCxn id="125" idx="2"/>
          </p:cNvCxnSpPr>
          <p:nvPr/>
        </p:nvCxnSpPr>
        <p:spPr>
          <a:xfrm flipH="1" rot="10800000">
            <a:off x="4107600" y="20283767"/>
            <a:ext cx="2124600" cy="24600"/>
          </a:xfrm>
          <a:prstGeom prst="straightConnector1">
            <a:avLst/>
          </a:prstGeom>
          <a:noFill/>
          <a:ln cap="flat" cmpd="sng" w="37050">
            <a:solidFill>
              <a:srgbClr val="000000"/>
            </a:solidFill>
            <a:prstDash val="solid"/>
            <a:round/>
            <a:headEnd len="med" w="med" type="none"/>
            <a:tailEnd len="med" w="med" type="triangle"/>
          </a:ln>
        </p:spPr>
      </p:cxnSp>
      <p:cxnSp>
        <p:nvCxnSpPr>
          <p:cNvPr id="139" name="Google Shape;139;p13"/>
          <p:cNvCxnSpPr>
            <a:endCxn id="137" idx="1"/>
          </p:cNvCxnSpPr>
          <p:nvPr/>
        </p:nvCxnSpPr>
        <p:spPr>
          <a:xfrm>
            <a:off x="8929927" y="20251302"/>
            <a:ext cx="1895100" cy="7200"/>
          </a:xfrm>
          <a:prstGeom prst="straightConnector1">
            <a:avLst/>
          </a:prstGeom>
          <a:noFill/>
          <a:ln cap="flat" cmpd="sng" w="37050">
            <a:solidFill>
              <a:srgbClr val="000000"/>
            </a:solidFill>
            <a:prstDash val="solid"/>
            <a:round/>
            <a:headEnd len="med" w="med" type="none"/>
            <a:tailEnd len="med" w="med" type="triangle"/>
          </a:ln>
        </p:spPr>
      </p:cxnSp>
      <p:cxnSp>
        <p:nvCxnSpPr>
          <p:cNvPr id="140" name="Google Shape;140;p13"/>
          <p:cNvCxnSpPr>
            <a:stCxn id="123" idx="3"/>
            <a:endCxn id="124" idx="2"/>
          </p:cNvCxnSpPr>
          <p:nvPr/>
        </p:nvCxnSpPr>
        <p:spPr>
          <a:xfrm flipH="1" rot="10800000">
            <a:off x="4107600" y="22595007"/>
            <a:ext cx="1989900" cy="3300"/>
          </a:xfrm>
          <a:prstGeom prst="straightConnector1">
            <a:avLst/>
          </a:prstGeom>
          <a:noFill/>
          <a:ln cap="flat" cmpd="sng" w="37050">
            <a:solidFill>
              <a:srgbClr val="000000"/>
            </a:solidFill>
            <a:prstDash val="solid"/>
            <a:round/>
            <a:headEnd len="med" w="med" type="none"/>
            <a:tailEnd len="med" w="med" type="stealth"/>
          </a:ln>
        </p:spPr>
      </p:cxnSp>
      <p:cxnSp>
        <p:nvCxnSpPr>
          <p:cNvPr id="141" name="Google Shape;141;p13"/>
          <p:cNvCxnSpPr>
            <a:stCxn id="124" idx="0"/>
            <a:endCxn id="128" idx="1"/>
          </p:cNvCxnSpPr>
          <p:nvPr/>
        </p:nvCxnSpPr>
        <p:spPr>
          <a:xfrm>
            <a:off x="8806048" y="22595017"/>
            <a:ext cx="1983600" cy="0"/>
          </a:xfrm>
          <a:prstGeom prst="straightConnector1">
            <a:avLst/>
          </a:prstGeom>
          <a:noFill/>
          <a:ln cap="flat" cmpd="sng" w="37050">
            <a:solidFill>
              <a:srgbClr val="000000"/>
            </a:solidFill>
            <a:prstDash val="solid"/>
            <a:round/>
            <a:headEnd len="med" w="med" type="none"/>
            <a:tailEnd len="med" w="med" type="triangl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5" name="Shape 145"/>
        <p:cNvGrpSpPr/>
        <p:nvPr/>
      </p:nvGrpSpPr>
      <p:grpSpPr>
        <a:xfrm>
          <a:off x="0" y="0"/>
          <a:ext cx="0" cy="0"/>
          <a:chOff x="0" y="0"/>
          <a:chExt cx="0" cy="0"/>
        </a:xfrm>
      </p:grpSpPr>
      <p:sp>
        <p:nvSpPr>
          <p:cNvPr id="146" name="Google Shape;146;p14"/>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p>
            <a:pPr indent="0" lvl="0" marL="0" rtl="0" algn="r">
              <a:spcBef>
                <a:spcPts val="0"/>
              </a:spcBef>
              <a:spcAft>
                <a:spcPts val="0"/>
              </a:spcAft>
              <a:buNone/>
            </a:pPr>
            <a:fld id="{00000000-1234-1234-1234-123412341234}" type="slidenum">
              <a:rPr lang="en"/>
              <a:t>‹#›</a:t>
            </a:fld>
            <a:endParaRPr/>
          </a:p>
        </p:txBody>
      </p:sp>
      <p:sp>
        <p:nvSpPr>
          <p:cNvPr id="147" name="Google Shape;147;p14"/>
          <p:cNvSpPr/>
          <p:nvPr/>
        </p:nvSpPr>
        <p:spPr>
          <a:xfrm>
            <a:off x="0" y="0"/>
            <a:ext cx="10219500" cy="6878400"/>
          </a:xfrm>
          <a:prstGeom prst="roundRect">
            <a:avLst>
              <a:gd fmla="val 24286" name="adj"/>
            </a:avLst>
          </a:prstGeom>
          <a:solidFill>
            <a:srgbClr val="B7B7B7"/>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600"/>
              <a:t>Raw fish video</a:t>
            </a:r>
            <a:endParaRPr sz="9600"/>
          </a:p>
        </p:txBody>
      </p:sp>
      <p:sp>
        <p:nvSpPr>
          <p:cNvPr id="148" name="Google Shape;148;p14"/>
          <p:cNvSpPr/>
          <p:nvPr/>
        </p:nvSpPr>
        <p:spPr>
          <a:xfrm>
            <a:off x="33671700" y="0"/>
            <a:ext cx="10219500" cy="6878400"/>
          </a:xfrm>
          <a:prstGeom prst="roundRect">
            <a:avLst>
              <a:gd fmla="val 25715" name="adj"/>
            </a:avLst>
          </a:prstGeom>
          <a:solidFill>
            <a:srgbClr val="B7B7B7"/>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600">
                <a:solidFill>
                  <a:schemeClr val="dk1"/>
                </a:solidFill>
              </a:rPr>
              <a:t>Online Dataset</a:t>
            </a:r>
            <a:endParaRPr sz="9600"/>
          </a:p>
        </p:txBody>
      </p:sp>
      <p:sp>
        <p:nvSpPr>
          <p:cNvPr id="149" name="Google Shape;149;p14"/>
          <p:cNvSpPr/>
          <p:nvPr/>
        </p:nvSpPr>
        <p:spPr>
          <a:xfrm>
            <a:off x="0" y="9513925"/>
            <a:ext cx="10219500" cy="6878400"/>
          </a:xfrm>
          <a:prstGeom prst="roundRect">
            <a:avLst>
              <a:gd fmla="val 25715" name="adj"/>
            </a:avLst>
          </a:prstGeom>
          <a:solidFill>
            <a:srgbClr val="B6D7A8"/>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600">
                <a:solidFill>
                  <a:schemeClr val="dk1"/>
                </a:solidFill>
              </a:rPr>
              <a:t>Labeling</a:t>
            </a:r>
            <a:endParaRPr sz="9600"/>
          </a:p>
        </p:txBody>
      </p:sp>
      <p:sp>
        <p:nvSpPr>
          <p:cNvPr id="150" name="Google Shape;150;p14"/>
          <p:cNvSpPr/>
          <p:nvPr/>
        </p:nvSpPr>
        <p:spPr>
          <a:xfrm>
            <a:off x="33671700" y="9513925"/>
            <a:ext cx="10219500" cy="6878400"/>
          </a:xfrm>
          <a:prstGeom prst="roundRect">
            <a:avLst>
              <a:gd fmla="val 25715" name="adj"/>
            </a:avLst>
          </a:prstGeom>
          <a:solidFill>
            <a:srgbClr val="B6D7A8"/>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600">
                <a:solidFill>
                  <a:schemeClr val="dk1"/>
                </a:solidFill>
              </a:rPr>
              <a:t>Transfer Learning</a:t>
            </a:r>
            <a:endParaRPr sz="9600"/>
          </a:p>
        </p:txBody>
      </p:sp>
      <p:sp>
        <p:nvSpPr>
          <p:cNvPr id="151" name="Google Shape;151;p14"/>
          <p:cNvSpPr/>
          <p:nvPr/>
        </p:nvSpPr>
        <p:spPr>
          <a:xfrm>
            <a:off x="16835850" y="342900"/>
            <a:ext cx="10219500" cy="6878400"/>
          </a:xfrm>
          <a:prstGeom prst="roundRect">
            <a:avLst>
              <a:gd fmla="val 25715" name="adj"/>
            </a:avLst>
          </a:prstGeom>
          <a:solidFill>
            <a:srgbClr val="C9DAF8"/>
          </a:solidFill>
          <a:ln cap="flat" cmpd="sng" w="762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600">
                <a:solidFill>
                  <a:schemeClr val="dk1"/>
                </a:solidFill>
              </a:rPr>
              <a:t>Best Model Checkpoint</a:t>
            </a:r>
            <a:endParaRPr sz="9600"/>
          </a:p>
        </p:txBody>
      </p:sp>
      <p:sp>
        <p:nvSpPr>
          <p:cNvPr id="152" name="Google Shape;152;p14"/>
          <p:cNvSpPr/>
          <p:nvPr/>
        </p:nvSpPr>
        <p:spPr>
          <a:xfrm>
            <a:off x="16835850" y="9513925"/>
            <a:ext cx="10219500" cy="6878400"/>
          </a:xfrm>
          <a:prstGeom prst="roundRect">
            <a:avLst>
              <a:gd fmla="val 25715" name="adj"/>
            </a:avLst>
          </a:prstGeom>
          <a:solidFill>
            <a:srgbClr val="A4C2F4"/>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600">
                <a:solidFill>
                  <a:schemeClr val="dk1"/>
                </a:solidFill>
              </a:rPr>
              <a:t>Real-time Inference (YOLOv8)</a:t>
            </a:r>
            <a:endParaRPr sz="9600"/>
          </a:p>
        </p:txBody>
      </p:sp>
      <p:sp>
        <p:nvSpPr>
          <p:cNvPr id="153" name="Google Shape;153;p14"/>
          <p:cNvSpPr/>
          <p:nvPr/>
        </p:nvSpPr>
        <p:spPr>
          <a:xfrm>
            <a:off x="13910725" y="18271500"/>
            <a:ext cx="16002000" cy="5808300"/>
          </a:xfrm>
          <a:prstGeom prst="roundRect">
            <a:avLst>
              <a:gd fmla="val 25715" name="adj"/>
            </a:avLst>
          </a:prstGeom>
          <a:solidFill>
            <a:srgbClr val="6D9EEB"/>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600">
                <a:solidFill>
                  <a:schemeClr val="dk1"/>
                </a:solidFill>
              </a:rPr>
              <a:t>Directional Line-Cross Counting</a:t>
            </a:r>
            <a:endParaRPr sz="9600"/>
          </a:p>
        </p:txBody>
      </p:sp>
      <p:sp>
        <p:nvSpPr>
          <p:cNvPr id="154" name="Google Shape;154;p14"/>
          <p:cNvSpPr/>
          <p:nvPr/>
        </p:nvSpPr>
        <p:spPr>
          <a:xfrm>
            <a:off x="13279800" y="26040000"/>
            <a:ext cx="17331600" cy="6878400"/>
          </a:xfrm>
          <a:prstGeom prst="roundRect">
            <a:avLst>
              <a:gd fmla="val 25715" name="adj"/>
            </a:avLst>
          </a:prstGeom>
          <a:solidFill>
            <a:srgbClr val="3C78D8"/>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600">
                <a:solidFill>
                  <a:schemeClr val="dk1"/>
                </a:solidFill>
              </a:rPr>
              <a:t>Live Overlay + Final Fish Count</a:t>
            </a:r>
            <a:endParaRPr sz="9600"/>
          </a:p>
        </p:txBody>
      </p:sp>
      <p:cxnSp>
        <p:nvCxnSpPr>
          <p:cNvPr id="155" name="Google Shape;155;p14"/>
          <p:cNvCxnSpPr>
            <a:stCxn id="147" idx="2"/>
            <a:endCxn id="149" idx="0"/>
          </p:cNvCxnSpPr>
          <p:nvPr/>
        </p:nvCxnSpPr>
        <p:spPr>
          <a:xfrm>
            <a:off x="5109750" y="6878400"/>
            <a:ext cx="0" cy="2635500"/>
          </a:xfrm>
          <a:prstGeom prst="straightConnector1">
            <a:avLst/>
          </a:prstGeom>
          <a:noFill/>
          <a:ln cap="flat" cmpd="sng" w="152400">
            <a:solidFill>
              <a:schemeClr val="dk1"/>
            </a:solidFill>
            <a:prstDash val="solid"/>
            <a:round/>
            <a:headEnd len="med" w="med" type="none"/>
            <a:tailEnd len="med" w="med" type="triangle"/>
          </a:ln>
        </p:spPr>
      </p:cxnSp>
      <p:cxnSp>
        <p:nvCxnSpPr>
          <p:cNvPr id="156" name="Google Shape;156;p14"/>
          <p:cNvCxnSpPr/>
          <p:nvPr/>
        </p:nvCxnSpPr>
        <p:spPr>
          <a:xfrm>
            <a:off x="38781450" y="6878400"/>
            <a:ext cx="0" cy="2635500"/>
          </a:xfrm>
          <a:prstGeom prst="straightConnector1">
            <a:avLst/>
          </a:prstGeom>
          <a:noFill/>
          <a:ln cap="flat" cmpd="sng" w="152400">
            <a:solidFill>
              <a:schemeClr val="dk1"/>
            </a:solidFill>
            <a:prstDash val="solid"/>
            <a:round/>
            <a:headEnd len="med" w="med" type="none"/>
            <a:tailEnd len="med" w="med" type="triangle"/>
          </a:ln>
        </p:spPr>
      </p:cxnSp>
      <p:cxnSp>
        <p:nvCxnSpPr>
          <p:cNvPr id="157" name="Google Shape;157;p14"/>
          <p:cNvCxnSpPr/>
          <p:nvPr/>
        </p:nvCxnSpPr>
        <p:spPr>
          <a:xfrm>
            <a:off x="21945600" y="6878400"/>
            <a:ext cx="0" cy="2635500"/>
          </a:xfrm>
          <a:prstGeom prst="straightConnector1">
            <a:avLst/>
          </a:prstGeom>
          <a:noFill/>
          <a:ln cap="flat" cmpd="sng" w="152400">
            <a:solidFill>
              <a:schemeClr val="dk1"/>
            </a:solidFill>
            <a:prstDash val="solid"/>
            <a:round/>
            <a:headEnd len="med" w="med" type="none"/>
            <a:tailEnd len="med" w="med" type="triangle"/>
          </a:ln>
        </p:spPr>
      </p:cxnSp>
      <p:cxnSp>
        <p:nvCxnSpPr>
          <p:cNvPr id="158" name="Google Shape;158;p14"/>
          <p:cNvCxnSpPr>
            <a:stCxn id="152" idx="2"/>
          </p:cNvCxnSpPr>
          <p:nvPr/>
        </p:nvCxnSpPr>
        <p:spPr>
          <a:xfrm>
            <a:off x="21945600" y="16392325"/>
            <a:ext cx="0" cy="1879200"/>
          </a:xfrm>
          <a:prstGeom prst="straightConnector1">
            <a:avLst/>
          </a:prstGeom>
          <a:noFill/>
          <a:ln cap="flat" cmpd="sng" w="152400">
            <a:solidFill>
              <a:schemeClr val="dk1"/>
            </a:solidFill>
            <a:prstDash val="solid"/>
            <a:round/>
            <a:headEnd len="med" w="med" type="none"/>
            <a:tailEnd len="med" w="med" type="triangle"/>
          </a:ln>
        </p:spPr>
      </p:cxnSp>
      <p:sp>
        <p:nvSpPr>
          <p:cNvPr id="159" name="Google Shape;159;p14"/>
          <p:cNvSpPr/>
          <p:nvPr/>
        </p:nvSpPr>
        <p:spPr>
          <a:xfrm>
            <a:off x="41910000" y="30213300"/>
            <a:ext cx="1219200" cy="1600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60" name="Google Shape;160;p14"/>
          <p:cNvCxnSpPr>
            <a:stCxn id="149" idx="3"/>
            <a:endCxn id="151" idx="1"/>
          </p:cNvCxnSpPr>
          <p:nvPr/>
        </p:nvCxnSpPr>
        <p:spPr>
          <a:xfrm flipH="1" rot="10800000">
            <a:off x="10219500" y="3782125"/>
            <a:ext cx="6616500" cy="9171000"/>
          </a:xfrm>
          <a:prstGeom prst="bentConnector3">
            <a:avLst>
              <a:gd fmla="val 49999" name="adj1"/>
            </a:avLst>
          </a:prstGeom>
          <a:noFill/>
          <a:ln cap="flat" cmpd="sng" w="152400">
            <a:solidFill>
              <a:srgbClr val="000000"/>
            </a:solidFill>
            <a:prstDash val="solid"/>
            <a:round/>
            <a:headEnd len="med" w="med" type="none"/>
            <a:tailEnd len="med" w="med" type="triangle"/>
          </a:ln>
        </p:spPr>
      </p:cxnSp>
      <p:cxnSp>
        <p:nvCxnSpPr>
          <p:cNvPr id="161" name="Google Shape;161;p14"/>
          <p:cNvCxnSpPr>
            <a:stCxn id="153" idx="2"/>
            <a:endCxn id="154" idx="0"/>
          </p:cNvCxnSpPr>
          <p:nvPr/>
        </p:nvCxnSpPr>
        <p:spPr>
          <a:xfrm>
            <a:off x="21911725" y="24079800"/>
            <a:ext cx="33900" cy="1960200"/>
          </a:xfrm>
          <a:prstGeom prst="straightConnector1">
            <a:avLst/>
          </a:prstGeom>
          <a:noFill/>
          <a:ln cap="flat" cmpd="sng" w="152400">
            <a:solidFill>
              <a:srgbClr val="000000"/>
            </a:solidFill>
            <a:prstDash val="solid"/>
            <a:round/>
            <a:headEnd len="med" w="med" type="none"/>
            <a:tailEnd len="med" w="med" type="triangle"/>
          </a:ln>
        </p:spPr>
      </p:cxnSp>
      <p:cxnSp>
        <p:nvCxnSpPr>
          <p:cNvPr id="162" name="Google Shape;162;p14"/>
          <p:cNvCxnSpPr>
            <a:stCxn id="150" idx="1"/>
            <a:endCxn id="151" idx="3"/>
          </p:cNvCxnSpPr>
          <p:nvPr/>
        </p:nvCxnSpPr>
        <p:spPr>
          <a:xfrm rot="10800000">
            <a:off x="27055500" y="3782125"/>
            <a:ext cx="6616200" cy="9171000"/>
          </a:xfrm>
          <a:prstGeom prst="bentConnector3">
            <a:avLst>
              <a:gd fmla="val 50001" name="adj1"/>
            </a:avLst>
          </a:prstGeom>
          <a:noFill/>
          <a:ln cap="flat" cmpd="sng" w="152400">
            <a:solidFill>
              <a:srgbClr val="000000"/>
            </a:solidFill>
            <a:prstDash val="solid"/>
            <a:round/>
            <a:headEnd len="med" w="med" type="none"/>
            <a:tailEnd len="med" w="med" type="triangl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6" name="Shape 166"/>
        <p:cNvGrpSpPr/>
        <p:nvPr/>
      </p:nvGrpSpPr>
      <p:grpSpPr>
        <a:xfrm>
          <a:off x="0" y="0"/>
          <a:ext cx="0" cy="0"/>
          <a:chOff x="0" y="0"/>
          <a:chExt cx="0" cy="0"/>
        </a:xfrm>
      </p:grpSpPr>
      <p:sp>
        <p:nvSpPr>
          <p:cNvPr id="167" name="Google Shape;167;p15"/>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p>
            <a:pPr indent="0" lvl="0" marL="0" rtl="0" algn="r">
              <a:spcBef>
                <a:spcPts val="0"/>
              </a:spcBef>
              <a:spcAft>
                <a:spcPts val="0"/>
              </a:spcAft>
              <a:buNone/>
            </a:pPr>
            <a:fld id="{00000000-1234-1234-1234-123412341234}" type="slidenum">
              <a:rPr lang="en"/>
              <a:t>‹#›</a:t>
            </a:fld>
            <a:endParaRPr/>
          </a:p>
        </p:txBody>
      </p:sp>
      <p:cxnSp>
        <p:nvCxnSpPr>
          <p:cNvPr id="168" name="Google Shape;168;p15"/>
          <p:cNvCxnSpPr/>
          <p:nvPr/>
        </p:nvCxnSpPr>
        <p:spPr>
          <a:xfrm>
            <a:off x="38781450" y="6878400"/>
            <a:ext cx="0" cy="2635500"/>
          </a:xfrm>
          <a:prstGeom prst="straightConnector1">
            <a:avLst/>
          </a:prstGeom>
          <a:noFill/>
          <a:ln cap="flat" cmpd="sng" w="152400">
            <a:solidFill>
              <a:schemeClr val="dk1"/>
            </a:solidFill>
            <a:prstDash val="solid"/>
            <a:round/>
            <a:headEnd len="med" w="med" type="none"/>
            <a:tailEnd len="med" w="med" type="triangle"/>
          </a:ln>
        </p:spPr>
      </p:cxnSp>
      <p:sp>
        <p:nvSpPr>
          <p:cNvPr id="169" name="Google Shape;169;p15"/>
          <p:cNvSpPr/>
          <p:nvPr/>
        </p:nvSpPr>
        <p:spPr>
          <a:xfrm>
            <a:off x="41910000" y="30213300"/>
            <a:ext cx="1219200" cy="1600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15"/>
          <p:cNvSpPr/>
          <p:nvPr/>
        </p:nvSpPr>
        <p:spPr>
          <a:xfrm>
            <a:off x="1958350" y="13195700"/>
            <a:ext cx="8389800" cy="5185500"/>
          </a:xfrm>
          <a:prstGeom prst="flowChartAlternateProcess">
            <a:avLst/>
          </a:prstGeom>
          <a:solidFill>
            <a:srgbClr val="F4CCCC"/>
          </a:solidFill>
          <a:ln cap="flat" cmpd="sng" w="762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0"/>
              <a:t>GoPro Camera</a:t>
            </a:r>
            <a:endParaRPr b="1" sz="6000"/>
          </a:p>
        </p:txBody>
      </p:sp>
      <p:sp>
        <p:nvSpPr>
          <p:cNvPr id="171" name="Google Shape;171;p15"/>
          <p:cNvSpPr/>
          <p:nvPr/>
        </p:nvSpPr>
        <p:spPr>
          <a:xfrm>
            <a:off x="16461438" y="13325350"/>
            <a:ext cx="8389764" cy="4905576"/>
          </a:xfrm>
          <a:prstGeom prst="cloud">
            <a:avLst/>
          </a:prstGeom>
          <a:solidFill>
            <a:srgbClr val="EA9999"/>
          </a:solidFill>
          <a:ln cap="flat" cmpd="sng" w="762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0"/>
              <a:t>Computation</a:t>
            </a:r>
            <a:endParaRPr b="1" sz="6000"/>
          </a:p>
        </p:txBody>
      </p:sp>
      <p:sp>
        <p:nvSpPr>
          <p:cNvPr id="172" name="Google Shape;172;p15"/>
          <p:cNvSpPr/>
          <p:nvPr/>
        </p:nvSpPr>
        <p:spPr>
          <a:xfrm>
            <a:off x="16902550" y="5406625"/>
            <a:ext cx="8217900" cy="5185500"/>
          </a:xfrm>
          <a:prstGeom prst="cube">
            <a:avLst>
              <a:gd fmla="val 25000" name="adj"/>
            </a:avLst>
          </a:prstGeom>
          <a:solidFill>
            <a:srgbClr val="9FC5E8"/>
          </a:solidFill>
          <a:ln cap="flat" cmpd="sng" w="762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0"/>
              <a:t>Transfer</a:t>
            </a:r>
            <a:endParaRPr b="1" sz="6000"/>
          </a:p>
          <a:p>
            <a:pPr indent="0" lvl="0" marL="0" rtl="0" algn="ctr">
              <a:spcBef>
                <a:spcPts val="0"/>
              </a:spcBef>
              <a:spcAft>
                <a:spcPts val="0"/>
              </a:spcAft>
              <a:buNone/>
            </a:pPr>
            <a:r>
              <a:rPr b="1" lang="en" sz="6000"/>
              <a:t>Unit</a:t>
            </a:r>
            <a:endParaRPr b="1" sz="6000"/>
          </a:p>
        </p:txBody>
      </p:sp>
      <p:sp>
        <p:nvSpPr>
          <p:cNvPr id="173" name="Google Shape;173;p15"/>
          <p:cNvSpPr/>
          <p:nvPr/>
        </p:nvSpPr>
        <p:spPr>
          <a:xfrm>
            <a:off x="13814650" y="20964175"/>
            <a:ext cx="8389800" cy="5942700"/>
          </a:xfrm>
          <a:prstGeom prst="round2DiagRect">
            <a:avLst>
              <a:gd fmla="val 16667" name="adj1"/>
              <a:gd fmla="val 0" name="adj2"/>
            </a:avLst>
          </a:prstGeom>
          <a:solidFill>
            <a:srgbClr val="FFF2CC"/>
          </a:solidFill>
          <a:ln cap="flat" cmpd="sng" w="762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0"/>
              <a:t>Fine-Tuning based on the videos captured while running tests</a:t>
            </a:r>
            <a:endParaRPr b="1" sz="6000"/>
          </a:p>
        </p:txBody>
      </p:sp>
      <p:sp>
        <p:nvSpPr>
          <p:cNvPr id="174" name="Google Shape;174;p15"/>
          <p:cNvSpPr/>
          <p:nvPr/>
        </p:nvSpPr>
        <p:spPr>
          <a:xfrm>
            <a:off x="10348150" y="22337575"/>
            <a:ext cx="3466500" cy="3195900"/>
          </a:xfrm>
          <a:prstGeom prst="mathPlus">
            <a:avLst>
              <a:gd fmla="val 23520" name="adj1"/>
            </a:avLst>
          </a:prstGeom>
          <a:solidFill>
            <a:srgbClr val="00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15"/>
          <p:cNvSpPr/>
          <p:nvPr/>
        </p:nvSpPr>
        <p:spPr>
          <a:xfrm>
            <a:off x="30964500" y="12981513"/>
            <a:ext cx="8217900" cy="5593225"/>
          </a:xfrm>
          <a:prstGeom prst="flowChartPunchedTape">
            <a:avLst/>
          </a:prstGeom>
          <a:solidFill>
            <a:srgbClr val="E06666"/>
          </a:solidFill>
          <a:ln cap="flat" cmpd="sng" w="762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0"/>
              <a:t>Active Fish Counting</a:t>
            </a:r>
            <a:endParaRPr b="1" sz="6000"/>
          </a:p>
        </p:txBody>
      </p:sp>
      <p:sp>
        <p:nvSpPr>
          <p:cNvPr id="176" name="Google Shape;176;p15"/>
          <p:cNvSpPr/>
          <p:nvPr/>
        </p:nvSpPr>
        <p:spPr>
          <a:xfrm flipH="1">
            <a:off x="1958350" y="20964175"/>
            <a:ext cx="8389800" cy="5942700"/>
          </a:xfrm>
          <a:prstGeom prst="round2DiagRect">
            <a:avLst>
              <a:gd fmla="val 16667" name="adj1"/>
              <a:gd fmla="val 0" name="adj2"/>
            </a:avLst>
          </a:prstGeom>
          <a:solidFill>
            <a:srgbClr val="FFF2CC"/>
          </a:solidFill>
          <a:ln cap="flat" cmpd="sng" w="762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0"/>
              <a:t>AI Model Trained by annotating images and videos of a database of fishes</a:t>
            </a:r>
            <a:endParaRPr b="1" sz="6000"/>
          </a:p>
        </p:txBody>
      </p:sp>
      <p:sp>
        <p:nvSpPr>
          <p:cNvPr id="177" name="Google Shape;177;p15"/>
          <p:cNvSpPr/>
          <p:nvPr/>
        </p:nvSpPr>
        <p:spPr>
          <a:xfrm>
            <a:off x="22204450" y="22023875"/>
            <a:ext cx="3466500" cy="3195900"/>
          </a:xfrm>
          <a:prstGeom prst="mathPlus">
            <a:avLst>
              <a:gd fmla="val 23520" name="adj1"/>
            </a:avLst>
          </a:prstGeom>
          <a:solidFill>
            <a:srgbClr val="00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 name="Google Shape;178;p15"/>
          <p:cNvSpPr/>
          <p:nvPr/>
        </p:nvSpPr>
        <p:spPr>
          <a:xfrm>
            <a:off x="25860425" y="20964175"/>
            <a:ext cx="8389800" cy="5942700"/>
          </a:xfrm>
          <a:prstGeom prst="round2DiagRect">
            <a:avLst>
              <a:gd fmla="val 16667" name="adj1"/>
              <a:gd fmla="val 0" name="adj2"/>
            </a:avLst>
          </a:prstGeom>
          <a:solidFill>
            <a:srgbClr val="FFF2CC"/>
          </a:solidFill>
          <a:ln cap="flat" cmpd="sng" w="762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0"/>
              <a:t>Program that actively inputs frames from the GoPro and uses the trained model</a:t>
            </a:r>
            <a:endParaRPr b="1" sz="6000"/>
          </a:p>
        </p:txBody>
      </p:sp>
      <p:cxnSp>
        <p:nvCxnSpPr>
          <p:cNvPr id="179" name="Google Shape;179;p15"/>
          <p:cNvCxnSpPr>
            <a:stCxn id="171" idx="1"/>
            <a:endCxn id="176" idx="3"/>
          </p:cNvCxnSpPr>
          <p:nvPr/>
        </p:nvCxnSpPr>
        <p:spPr>
          <a:xfrm rot="5400000">
            <a:off x="12035520" y="12343302"/>
            <a:ext cx="2738400" cy="14503200"/>
          </a:xfrm>
          <a:prstGeom prst="bentConnector3">
            <a:avLst>
              <a:gd fmla="val 50425" name="adj1"/>
            </a:avLst>
          </a:prstGeom>
          <a:noFill/>
          <a:ln cap="flat" cmpd="sng" w="114300">
            <a:solidFill>
              <a:srgbClr val="595959"/>
            </a:solidFill>
            <a:prstDash val="solid"/>
            <a:round/>
            <a:headEnd len="med" w="med" type="none"/>
            <a:tailEnd len="med" w="med" type="triangle"/>
          </a:ln>
        </p:spPr>
      </p:cxnSp>
      <p:cxnSp>
        <p:nvCxnSpPr>
          <p:cNvPr id="180" name="Google Shape;180;p15"/>
          <p:cNvCxnSpPr>
            <a:endCxn id="173" idx="3"/>
          </p:cNvCxnSpPr>
          <p:nvPr/>
        </p:nvCxnSpPr>
        <p:spPr>
          <a:xfrm rot="5400000">
            <a:off x="17853100" y="18160825"/>
            <a:ext cx="2959800" cy="2646900"/>
          </a:xfrm>
          <a:prstGeom prst="bentConnector3">
            <a:avLst>
              <a:gd fmla="val 56353" name="adj1"/>
            </a:avLst>
          </a:prstGeom>
          <a:noFill/>
          <a:ln cap="flat" cmpd="sng" w="114300">
            <a:solidFill>
              <a:srgbClr val="595959"/>
            </a:solidFill>
            <a:prstDash val="solid"/>
            <a:round/>
            <a:headEnd len="med" w="med" type="none"/>
            <a:tailEnd len="med" w="med" type="triangle"/>
          </a:ln>
        </p:spPr>
      </p:cxnSp>
      <p:cxnSp>
        <p:nvCxnSpPr>
          <p:cNvPr id="181" name="Google Shape;181;p15"/>
          <p:cNvCxnSpPr>
            <a:stCxn id="171" idx="1"/>
            <a:endCxn id="178" idx="3"/>
          </p:cNvCxnSpPr>
          <p:nvPr/>
        </p:nvCxnSpPr>
        <p:spPr>
          <a:xfrm flipH="1" rot="-5400000">
            <a:off x="23986620" y="14895402"/>
            <a:ext cx="2738400" cy="9399000"/>
          </a:xfrm>
          <a:prstGeom prst="bentConnector3">
            <a:avLst>
              <a:gd fmla="val 50425" name="adj1"/>
            </a:avLst>
          </a:prstGeom>
          <a:noFill/>
          <a:ln cap="flat" cmpd="sng" w="114300">
            <a:solidFill>
              <a:srgbClr val="595959"/>
            </a:solidFill>
            <a:prstDash val="solid"/>
            <a:round/>
            <a:headEnd len="med" w="med" type="none"/>
            <a:tailEnd len="med" w="med" type="triangle"/>
          </a:ln>
        </p:spPr>
      </p:cxnSp>
      <p:cxnSp>
        <p:nvCxnSpPr>
          <p:cNvPr id="182" name="Google Shape;182;p15"/>
          <p:cNvCxnSpPr>
            <a:stCxn id="172" idx="3"/>
            <a:endCxn id="170" idx="0"/>
          </p:cNvCxnSpPr>
          <p:nvPr/>
        </p:nvCxnSpPr>
        <p:spPr>
          <a:xfrm rot="5400000">
            <a:off x="11956413" y="4788925"/>
            <a:ext cx="2603700" cy="14210100"/>
          </a:xfrm>
          <a:prstGeom prst="bentConnector3">
            <a:avLst>
              <a:gd fmla="val 49998" name="adj1"/>
            </a:avLst>
          </a:prstGeom>
          <a:noFill/>
          <a:ln cap="flat" cmpd="sng" w="114300">
            <a:solidFill>
              <a:srgbClr val="FF0000"/>
            </a:solidFill>
            <a:prstDash val="solid"/>
            <a:round/>
            <a:headEnd len="med" w="med" type="none"/>
            <a:tailEnd len="med" w="med" type="triangle"/>
          </a:ln>
        </p:spPr>
      </p:cxnSp>
      <p:sp>
        <p:nvSpPr>
          <p:cNvPr id="183" name="Google Shape;183;p15"/>
          <p:cNvSpPr/>
          <p:nvPr/>
        </p:nvSpPr>
        <p:spPr>
          <a:xfrm>
            <a:off x="1958350" y="6130525"/>
            <a:ext cx="8389800" cy="5185500"/>
          </a:xfrm>
          <a:prstGeom prst="flowChartAlternateProcess">
            <a:avLst/>
          </a:prstGeom>
          <a:solidFill>
            <a:srgbClr val="CFE2F3"/>
          </a:solidFill>
          <a:ln cap="flat" cmpd="sng" w="762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0"/>
              <a:t>Pump</a:t>
            </a:r>
            <a:endParaRPr b="1" sz="6000"/>
          </a:p>
        </p:txBody>
      </p:sp>
      <p:sp>
        <p:nvSpPr>
          <p:cNvPr id="184" name="Google Shape;184;p15"/>
          <p:cNvSpPr/>
          <p:nvPr/>
        </p:nvSpPr>
        <p:spPr>
          <a:xfrm>
            <a:off x="31073275" y="5976675"/>
            <a:ext cx="8389800" cy="5185500"/>
          </a:xfrm>
          <a:prstGeom prst="flowChartAlternateProcess">
            <a:avLst/>
          </a:prstGeom>
          <a:solidFill>
            <a:srgbClr val="6FA8DC"/>
          </a:solidFill>
          <a:ln cap="flat" cmpd="sng" w="762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0"/>
              <a:t>Tank</a:t>
            </a:r>
            <a:endParaRPr b="1" sz="6000"/>
          </a:p>
        </p:txBody>
      </p:sp>
      <p:cxnSp>
        <p:nvCxnSpPr>
          <p:cNvPr id="185" name="Google Shape;185;p15"/>
          <p:cNvCxnSpPr>
            <a:stCxn id="183" idx="3"/>
            <a:endCxn id="172" idx="2"/>
          </p:cNvCxnSpPr>
          <p:nvPr/>
        </p:nvCxnSpPr>
        <p:spPr>
          <a:xfrm flipH="1" rot="10800000">
            <a:off x="10348150" y="8647675"/>
            <a:ext cx="6554400" cy="75600"/>
          </a:xfrm>
          <a:prstGeom prst="straightConnector1">
            <a:avLst/>
          </a:prstGeom>
          <a:noFill/>
          <a:ln cap="flat" cmpd="sng" w="114300">
            <a:solidFill>
              <a:srgbClr val="000000"/>
            </a:solidFill>
            <a:prstDash val="solid"/>
            <a:round/>
            <a:headEnd len="med" w="med" type="none"/>
            <a:tailEnd len="med" w="med" type="triangle"/>
          </a:ln>
        </p:spPr>
      </p:cxnSp>
      <p:cxnSp>
        <p:nvCxnSpPr>
          <p:cNvPr id="186" name="Google Shape;186;p15"/>
          <p:cNvCxnSpPr>
            <a:endCxn id="184" idx="1"/>
          </p:cNvCxnSpPr>
          <p:nvPr/>
        </p:nvCxnSpPr>
        <p:spPr>
          <a:xfrm>
            <a:off x="25226275" y="8547225"/>
            <a:ext cx="5847000" cy="22200"/>
          </a:xfrm>
          <a:prstGeom prst="straightConnector1">
            <a:avLst/>
          </a:prstGeom>
          <a:noFill/>
          <a:ln cap="flat" cmpd="sng" w="114300">
            <a:solidFill>
              <a:srgbClr val="000000"/>
            </a:solidFill>
            <a:prstDash val="solid"/>
            <a:round/>
            <a:headEnd len="med" w="med" type="none"/>
            <a:tailEnd len="med" w="med" type="triangle"/>
          </a:ln>
        </p:spPr>
      </p:cxnSp>
      <p:cxnSp>
        <p:nvCxnSpPr>
          <p:cNvPr id="187" name="Google Shape;187;p15"/>
          <p:cNvCxnSpPr>
            <a:stCxn id="170" idx="3"/>
            <a:endCxn id="171" idx="2"/>
          </p:cNvCxnSpPr>
          <p:nvPr/>
        </p:nvCxnSpPr>
        <p:spPr>
          <a:xfrm flipH="1" rot="10800000">
            <a:off x="10348150" y="15778250"/>
            <a:ext cx="6139200" cy="10200"/>
          </a:xfrm>
          <a:prstGeom prst="straightConnector1">
            <a:avLst/>
          </a:prstGeom>
          <a:noFill/>
          <a:ln cap="flat" cmpd="sng" w="114300">
            <a:solidFill>
              <a:srgbClr val="000000"/>
            </a:solidFill>
            <a:prstDash val="solid"/>
            <a:round/>
            <a:headEnd len="med" w="med" type="none"/>
            <a:tailEnd len="med" w="med" type="stealth"/>
          </a:ln>
        </p:spPr>
      </p:cxnSp>
      <p:cxnSp>
        <p:nvCxnSpPr>
          <p:cNvPr id="188" name="Google Shape;188;p15"/>
          <p:cNvCxnSpPr>
            <a:stCxn id="171" idx="0"/>
            <a:endCxn id="175" idx="1"/>
          </p:cNvCxnSpPr>
          <p:nvPr/>
        </p:nvCxnSpPr>
        <p:spPr>
          <a:xfrm>
            <a:off x="24844210" y="15778138"/>
            <a:ext cx="6120300" cy="0"/>
          </a:xfrm>
          <a:prstGeom prst="straightConnector1">
            <a:avLst/>
          </a:prstGeom>
          <a:noFill/>
          <a:ln cap="flat" cmpd="sng" w="114300">
            <a:solidFill>
              <a:srgbClr val="000000"/>
            </a:solidFill>
            <a:prstDash val="solid"/>
            <a:round/>
            <a:headEnd len="med" w="med"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6"/>
          <p:cNvSpPr txBox="1"/>
          <p:nvPr>
            <p:ph idx="12" type="sldNum"/>
          </p:nvPr>
        </p:nvSpPr>
        <p:spPr>
          <a:xfrm>
            <a:off x="40842598" y="30077638"/>
            <a:ext cx="2633700" cy="2519100"/>
          </a:xfrm>
          <a:prstGeom prst="rect">
            <a:avLst/>
          </a:prstGeom>
        </p:spPr>
        <p:txBody>
          <a:bodyPr anchorCtr="0" anchor="ctr" bIns="487600" lIns="487600" spcFirstLastPara="1" rIns="487600" wrap="square" tIns="487600">
            <a:normAutofit/>
          </a:bodyPr>
          <a:lstStyle/>
          <a:p>
            <a:pPr indent="0" lvl="0" marL="0" rtl="0" algn="r">
              <a:spcBef>
                <a:spcPts val="0"/>
              </a:spcBef>
              <a:spcAft>
                <a:spcPts val="0"/>
              </a:spcAft>
              <a:buNone/>
            </a:pPr>
            <a:fld id="{00000000-1234-1234-1234-123412341234}" type="slidenum">
              <a:rPr lang="en"/>
              <a:t>‹#›</a:t>
            </a:fld>
            <a:endParaRPr/>
          </a:p>
        </p:txBody>
      </p:sp>
      <p:sp>
        <p:nvSpPr>
          <p:cNvPr id="194" name="Google Shape;194;p16"/>
          <p:cNvSpPr/>
          <p:nvPr/>
        </p:nvSpPr>
        <p:spPr>
          <a:xfrm>
            <a:off x="1958350" y="13195700"/>
            <a:ext cx="8389800" cy="5185500"/>
          </a:xfrm>
          <a:prstGeom prst="flowChartAlternateProcess">
            <a:avLst/>
          </a:prstGeom>
          <a:solidFill>
            <a:srgbClr val="F4CCCC"/>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0"/>
              <a:t>GoPro Camera</a:t>
            </a:r>
            <a:endParaRPr b="1" sz="6000"/>
          </a:p>
        </p:txBody>
      </p:sp>
      <p:sp>
        <p:nvSpPr>
          <p:cNvPr id="195" name="Google Shape;195;p16"/>
          <p:cNvSpPr/>
          <p:nvPr/>
        </p:nvSpPr>
        <p:spPr>
          <a:xfrm>
            <a:off x="16461438" y="13325350"/>
            <a:ext cx="8389764" cy="4905576"/>
          </a:xfrm>
          <a:prstGeom prst="cloud">
            <a:avLst/>
          </a:prstGeom>
          <a:solidFill>
            <a:srgbClr val="EA9999"/>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0"/>
              <a:t>Computation</a:t>
            </a:r>
            <a:endParaRPr b="1" sz="6000"/>
          </a:p>
        </p:txBody>
      </p:sp>
      <p:sp>
        <p:nvSpPr>
          <p:cNvPr id="196" name="Google Shape;196;p16"/>
          <p:cNvSpPr/>
          <p:nvPr/>
        </p:nvSpPr>
        <p:spPr>
          <a:xfrm>
            <a:off x="16902550" y="5406625"/>
            <a:ext cx="8217900" cy="5185500"/>
          </a:xfrm>
          <a:prstGeom prst="cube">
            <a:avLst>
              <a:gd fmla="val 25000" name="adj"/>
            </a:avLst>
          </a:prstGeom>
          <a:solidFill>
            <a:srgbClr val="9FC5E8"/>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0"/>
              <a:t>Transfer</a:t>
            </a:r>
            <a:endParaRPr b="1" sz="6000"/>
          </a:p>
          <a:p>
            <a:pPr indent="0" lvl="0" marL="0" rtl="0" algn="ctr">
              <a:spcBef>
                <a:spcPts val="0"/>
              </a:spcBef>
              <a:spcAft>
                <a:spcPts val="0"/>
              </a:spcAft>
              <a:buNone/>
            </a:pPr>
            <a:r>
              <a:rPr b="1" lang="en" sz="6000"/>
              <a:t>Unit</a:t>
            </a:r>
            <a:endParaRPr b="1" sz="6000"/>
          </a:p>
        </p:txBody>
      </p:sp>
      <p:sp>
        <p:nvSpPr>
          <p:cNvPr id="197" name="Google Shape;197;p16"/>
          <p:cNvSpPr/>
          <p:nvPr/>
        </p:nvSpPr>
        <p:spPr>
          <a:xfrm>
            <a:off x="13814650" y="20964175"/>
            <a:ext cx="8389800" cy="5942700"/>
          </a:xfrm>
          <a:prstGeom prst="round2DiagRect">
            <a:avLst>
              <a:gd fmla="val 16667" name="adj1"/>
              <a:gd fmla="val 0" name="adj2"/>
            </a:avLst>
          </a:prstGeom>
          <a:solidFill>
            <a:srgbClr val="FFF2CC"/>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0"/>
              <a:t>Fine-Tuning based on the videos captured while running tests</a:t>
            </a:r>
            <a:endParaRPr b="1" sz="6000"/>
          </a:p>
        </p:txBody>
      </p:sp>
      <p:sp>
        <p:nvSpPr>
          <p:cNvPr id="198" name="Google Shape;198;p16"/>
          <p:cNvSpPr/>
          <p:nvPr/>
        </p:nvSpPr>
        <p:spPr>
          <a:xfrm>
            <a:off x="10348150" y="22337575"/>
            <a:ext cx="3466500" cy="3195900"/>
          </a:xfrm>
          <a:prstGeom prst="mathPlus">
            <a:avLst>
              <a:gd fmla="val 23520" name="adj1"/>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16"/>
          <p:cNvSpPr/>
          <p:nvPr/>
        </p:nvSpPr>
        <p:spPr>
          <a:xfrm>
            <a:off x="30964500" y="12981513"/>
            <a:ext cx="8217900" cy="5593225"/>
          </a:xfrm>
          <a:prstGeom prst="flowChartPunchedTape">
            <a:avLst/>
          </a:prstGeom>
          <a:solidFill>
            <a:srgbClr val="E06666"/>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0"/>
              <a:t>Active Fish Counting</a:t>
            </a:r>
            <a:endParaRPr b="1" sz="6000"/>
          </a:p>
        </p:txBody>
      </p:sp>
      <p:sp>
        <p:nvSpPr>
          <p:cNvPr id="200" name="Google Shape;200;p16"/>
          <p:cNvSpPr/>
          <p:nvPr/>
        </p:nvSpPr>
        <p:spPr>
          <a:xfrm flipH="1">
            <a:off x="1958350" y="20964175"/>
            <a:ext cx="8389800" cy="5942700"/>
          </a:xfrm>
          <a:prstGeom prst="round2DiagRect">
            <a:avLst>
              <a:gd fmla="val 16667" name="adj1"/>
              <a:gd fmla="val 0" name="adj2"/>
            </a:avLst>
          </a:prstGeom>
          <a:solidFill>
            <a:srgbClr val="FFF2CC"/>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0"/>
              <a:t>AI Model Trained by annotating images and videos of a database of fishes</a:t>
            </a:r>
            <a:endParaRPr b="1" sz="6000"/>
          </a:p>
        </p:txBody>
      </p:sp>
      <p:sp>
        <p:nvSpPr>
          <p:cNvPr id="201" name="Google Shape;201;p16"/>
          <p:cNvSpPr/>
          <p:nvPr/>
        </p:nvSpPr>
        <p:spPr>
          <a:xfrm>
            <a:off x="22204450" y="22023875"/>
            <a:ext cx="3466500" cy="3195900"/>
          </a:xfrm>
          <a:prstGeom prst="mathPlus">
            <a:avLst>
              <a:gd fmla="val 23520" name="adj1"/>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 name="Google Shape;202;p16"/>
          <p:cNvSpPr/>
          <p:nvPr/>
        </p:nvSpPr>
        <p:spPr>
          <a:xfrm>
            <a:off x="25860425" y="20964175"/>
            <a:ext cx="8389800" cy="5942700"/>
          </a:xfrm>
          <a:prstGeom prst="round2DiagRect">
            <a:avLst>
              <a:gd fmla="val 16667" name="adj1"/>
              <a:gd fmla="val 0" name="adj2"/>
            </a:avLst>
          </a:prstGeom>
          <a:solidFill>
            <a:srgbClr val="FFF2CC"/>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0"/>
              <a:t>Program </a:t>
            </a:r>
            <a:r>
              <a:rPr b="1" lang="en" sz="6000"/>
              <a:t>that actively inputs frames from the GoPro and uses the trained model</a:t>
            </a:r>
            <a:endParaRPr b="1" sz="6000"/>
          </a:p>
        </p:txBody>
      </p:sp>
      <p:cxnSp>
        <p:nvCxnSpPr>
          <p:cNvPr id="203" name="Google Shape;203;p16"/>
          <p:cNvCxnSpPr>
            <a:stCxn id="195" idx="1"/>
            <a:endCxn id="200" idx="3"/>
          </p:cNvCxnSpPr>
          <p:nvPr/>
        </p:nvCxnSpPr>
        <p:spPr>
          <a:xfrm rot="5400000">
            <a:off x="12035520" y="12343302"/>
            <a:ext cx="2738400" cy="14503200"/>
          </a:xfrm>
          <a:prstGeom prst="bentConnector3">
            <a:avLst>
              <a:gd fmla="val 50425" name="adj1"/>
            </a:avLst>
          </a:prstGeom>
          <a:noFill/>
          <a:ln cap="flat" cmpd="sng" w="114300">
            <a:solidFill>
              <a:schemeClr val="dk2"/>
            </a:solidFill>
            <a:prstDash val="solid"/>
            <a:round/>
            <a:headEnd len="med" w="med" type="none"/>
            <a:tailEnd len="med" w="med" type="triangle"/>
          </a:ln>
        </p:spPr>
      </p:cxnSp>
      <p:cxnSp>
        <p:nvCxnSpPr>
          <p:cNvPr id="204" name="Google Shape;204;p16"/>
          <p:cNvCxnSpPr>
            <a:endCxn id="197" idx="3"/>
          </p:cNvCxnSpPr>
          <p:nvPr/>
        </p:nvCxnSpPr>
        <p:spPr>
          <a:xfrm rot="5400000">
            <a:off x="17853100" y="18160825"/>
            <a:ext cx="2959800" cy="2646900"/>
          </a:xfrm>
          <a:prstGeom prst="bentConnector3">
            <a:avLst>
              <a:gd fmla="val 53778" name="adj1"/>
            </a:avLst>
          </a:prstGeom>
          <a:noFill/>
          <a:ln cap="flat" cmpd="sng" w="114300">
            <a:solidFill>
              <a:schemeClr val="dk2"/>
            </a:solidFill>
            <a:prstDash val="solid"/>
            <a:round/>
            <a:headEnd len="med" w="med" type="none"/>
            <a:tailEnd len="med" w="med" type="triangle"/>
          </a:ln>
        </p:spPr>
      </p:cxnSp>
      <p:cxnSp>
        <p:nvCxnSpPr>
          <p:cNvPr id="205" name="Google Shape;205;p16"/>
          <p:cNvCxnSpPr>
            <a:stCxn id="195" idx="1"/>
            <a:endCxn id="202" idx="3"/>
          </p:cNvCxnSpPr>
          <p:nvPr/>
        </p:nvCxnSpPr>
        <p:spPr>
          <a:xfrm flipH="1" rot="-5400000">
            <a:off x="23986620" y="14895402"/>
            <a:ext cx="2738400" cy="9399000"/>
          </a:xfrm>
          <a:prstGeom prst="bentConnector3">
            <a:avLst>
              <a:gd fmla="val 50425" name="adj1"/>
            </a:avLst>
          </a:prstGeom>
          <a:noFill/>
          <a:ln cap="flat" cmpd="sng" w="114300">
            <a:solidFill>
              <a:schemeClr val="dk2"/>
            </a:solidFill>
            <a:prstDash val="solid"/>
            <a:round/>
            <a:headEnd len="med" w="med" type="none"/>
            <a:tailEnd len="med" w="med" type="triangle"/>
          </a:ln>
        </p:spPr>
      </p:cxnSp>
      <p:cxnSp>
        <p:nvCxnSpPr>
          <p:cNvPr id="206" name="Google Shape;206;p16"/>
          <p:cNvCxnSpPr>
            <a:stCxn id="196" idx="3"/>
            <a:endCxn id="194" idx="0"/>
          </p:cNvCxnSpPr>
          <p:nvPr/>
        </p:nvCxnSpPr>
        <p:spPr>
          <a:xfrm rot="5400000">
            <a:off x="11956413" y="4788925"/>
            <a:ext cx="2603700" cy="14210100"/>
          </a:xfrm>
          <a:prstGeom prst="bentConnector3">
            <a:avLst>
              <a:gd fmla="val 49998" name="adj1"/>
            </a:avLst>
          </a:prstGeom>
          <a:noFill/>
          <a:ln cap="flat" cmpd="sng" w="114300">
            <a:solidFill>
              <a:srgbClr val="FF0000"/>
            </a:solidFill>
            <a:prstDash val="solid"/>
            <a:round/>
            <a:headEnd len="med" w="med" type="none"/>
            <a:tailEnd len="med" w="med" type="triangle"/>
          </a:ln>
        </p:spPr>
      </p:cxnSp>
      <p:sp>
        <p:nvSpPr>
          <p:cNvPr id="207" name="Google Shape;207;p16"/>
          <p:cNvSpPr/>
          <p:nvPr/>
        </p:nvSpPr>
        <p:spPr>
          <a:xfrm>
            <a:off x="1958350" y="6130525"/>
            <a:ext cx="8389800" cy="5185500"/>
          </a:xfrm>
          <a:prstGeom prst="flowChartAlternateProcess">
            <a:avLst/>
          </a:prstGeom>
          <a:solidFill>
            <a:srgbClr val="CFE2F3"/>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0"/>
              <a:t>Pump</a:t>
            </a:r>
            <a:endParaRPr b="1" sz="6000"/>
          </a:p>
        </p:txBody>
      </p:sp>
      <p:sp>
        <p:nvSpPr>
          <p:cNvPr id="208" name="Google Shape;208;p16"/>
          <p:cNvSpPr/>
          <p:nvPr/>
        </p:nvSpPr>
        <p:spPr>
          <a:xfrm>
            <a:off x="31073275" y="5976675"/>
            <a:ext cx="8389800" cy="5185500"/>
          </a:xfrm>
          <a:prstGeom prst="flowChartAlternateProcess">
            <a:avLst/>
          </a:prstGeom>
          <a:solidFill>
            <a:srgbClr val="6FA8DC"/>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0"/>
              <a:t>Tank</a:t>
            </a:r>
            <a:endParaRPr b="1" sz="6000"/>
          </a:p>
        </p:txBody>
      </p:sp>
      <p:cxnSp>
        <p:nvCxnSpPr>
          <p:cNvPr id="209" name="Google Shape;209;p16"/>
          <p:cNvCxnSpPr>
            <a:stCxn id="207" idx="3"/>
            <a:endCxn id="196" idx="2"/>
          </p:cNvCxnSpPr>
          <p:nvPr/>
        </p:nvCxnSpPr>
        <p:spPr>
          <a:xfrm flipH="1" rot="10800000">
            <a:off x="10348150" y="8647675"/>
            <a:ext cx="6554400" cy="75600"/>
          </a:xfrm>
          <a:prstGeom prst="straightConnector1">
            <a:avLst/>
          </a:prstGeom>
          <a:noFill/>
          <a:ln cap="flat" cmpd="sng" w="114300">
            <a:solidFill>
              <a:srgbClr val="000000"/>
            </a:solidFill>
            <a:prstDash val="solid"/>
            <a:round/>
            <a:headEnd len="med" w="med" type="none"/>
            <a:tailEnd len="med" w="med" type="triangle"/>
          </a:ln>
        </p:spPr>
      </p:cxnSp>
      <p:cxnSp>
        <p:nvCxnSpPr>
          <p:cNvPr id="210" name="Google Shape;210;p16"/>
          <p:cNvCxnSpPr>
            <a:endCxn id="208" idx="1"/>
          </p:cNvCxnSpPr>
          <p:nvPr/>
        </p:nvCxnSpPr>
        <p:spPr>
          <a:xfrm>
            <a:off x="25226275" y="8547225"/>
            <a:ext cx="5847000" cy="22200"/>
          </a:xfrm>
          <a:prstGeom prst="straightConnector1">
            <a:avLst/>
          </a:prstGeom>
          <a:noFill/>
          <a:ln cap="flat" cmpd="sng" w="114300">
            <a:solidFill>
              <a:schemeClr val="dk1"/>
            </a:solidFill>
            <a:prstDash val="solid"/>
            <a:round/>
            <a:headEnd len="med" w="med" type="none"/>
            <a:tailEnd len="med" w="med" type="triangle"/>
          </a:ln>
        </p:spPr>
      </p:cxnSp>
      <p:cxnSp>
        <p:nvCxnSpPr>
          <p:cNvPr id="211" name="Google Shape;211;p16"/>
          <p:cNvCxnSpPr>
            <a:stCxn id="194" idx="3"/>
            <a:endCxn id="195" idx="2"/>
          </p:cNvCxnSpPr>
          <p:nvPr/>
        </p:nvCxnSpPr>
        <p:spPr>
          <a:xfrm flipH="1" rot="10800000">
            <a:off x="10348150" y="15778250"/>
            <a:ext cx="6139200" cy="10200"/>
          </a:xfrm>
          <a:prstGeom prst="straightConnector1">
            <a:avLst/>
          </a:prstGeom>
          <a:noFill/>
          <a:ln cap="flat" cmpd="sng" w="114300">
            <a:solidFill>
              <a:schemeClr val="dk1"/>
            </a:solidFill>
            <a:prstDash val="solid"/>
            <a:round/>
            <a:headEnd len="med" w="med" type="none"/>
            <a:tailEnd len="med" w="med" type="stealth"/>
          </a:ln>
        </p:spPr>
      </p:cxnSp>
      <p:cxnSp>
        <p:nvCxnSpPr>
          <p:cNvPr id="212" name="Google Shape;212;p16"/>
          <p:cNvCxnSpPr>
            <a:stCxn id="195" idx="0"/>
            <a:endCxn id="199" idx="1"/>
          </p:cNvCxnSpPr>
          <p:nvPr/>
        </p:nvCxnSpPr>
        <p:spPr>
          <a:xfrm>
            <a:off x="24844210" y="15778138"/>
            <a:ext cx="6120300" cy="0"/>
          </a:xfrm>
          <a:prstGeom prst="straightConnector1">
            <a:avLst/>
          </a:prstGeom>
          <a:noFill/>
          <a:ln cap="flat" cmpd="sng" w="114300">
            <a:solidFill>
              <a:schemeClr val="dk1"/>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7"/>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p>
            <a:pPr indent="0" lvl="0" marL="0" rtl="0" algn="r">
              <a:spcBef>
                <a:spcPts val="0"/>
              </a:spcBef>
              <a:spcAft>
                <a:spcPts val="0"/>
              </a:spcAft>
              <a:buNone/>
            </a:pPr>
            <a:fld id="{00000000-1234-1234-1234-123412341234}" type="slidenum">
              <a:rPr lang="en"/>
              <a:t>‹#›</a:t>
            </a:fld>
            <a:endParaRPr/>
          </a:p>
        </p:txBody>
      </p:sp>
      <p:pic>
        <p:nvPicPr>
          <p:cNvPr id="218" name="Google Shape;218;p17"/>
          <p:cNvPicPr preferRelativeResize="0"/>
          <p:nvPr/>
        </p:nvPicPr>
        <p:blipFill rotWithShape="1">
          <a:blip r:embed="rId3">
            <a:alphaModFix/>
          </a:blip>
          <a:srcRect b="0" l="24842" r="26440" t="0"/>
          <a:stretch/>
        </p:blipFill>
        <p:spPr>
          <a:xfrm>
            <a:off x="6328225" y="-569675"/>
            <a:ext cx="26224925" cy="32406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8"/>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p>
            <a:pPr indent="0" lvl="0" marL="0" rtl="0" algn="r">
              <a:spcBef>
                <a:spcPts val="0"/>
              </a:spcBef>
              <a:spcAft>
                <a:spcPts val="0"/>
              </a:spcAft>
              <a:buNone/>
            </a:pPr>
            <a:fld id="{00000000-1234-1234-1234-123412341234}" type="slidenum">
              <a:rPr lang="en"/>
              <a:t>‹#›</a:t>
            </a:fld>
            <a:endParaRPr/>
          </a:p>
        </p:txBody>
      </p:sp>
      <p:pic>
        <p:nvPicPr>
          <p:cNvPr id="224" name="Google Shape;224;p18"/>
          <p:cNvPicPr preferRelativeResize="0"/>
          <p:nvPr/>
        </p:nvPicPr>
        <p:blipFill>
          <a:blip r:embed="rId3">
            <a:alphaModFix/>
          </a:blip>
          <a:stretch>
            <a:fillRect/>
          </a:stretch>
        </p:blipFill>
        <p:spPr>
          <a:xfrm>
            <a:off x="152400" y="152400"/>
            <a:ext cx="45724201" cy="288170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